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1.xml" ContentType="application/inkml+xml"/>
  <Override PartName="/ppt/ink/ink2.xml" ContentType="application/inkml+xml"/>
  <Override PartName="/ppt/notesSlides/notesSlide23.xml" ContentType="application/vnd.openxmlformats-officedocument.presentationml.notesSlide+xml"/>
  <Override PartName="/ppt/ink/ink3.xml" ContentType="application/inkml+xml"/>
  <Override PartName="/ppt/ink/ink4.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26.xml" ContentType="application/vnd.openxmlformats-officedocument.presentationml.notesSlide+xml"/>
  <Override PartName="/ppt/ink/ink9.xml" ContentType="application/inkml+xml"/>
  <Override PartName="/ppt/ink/ink10.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58"/>
  </p:notesMasterIdLst>
  <p:sldIdLst>
    <p:sldId id="256" r:id="rId2"/>
    <p:sldId id="613" r:id="rId3"/>
    <p:sldId id="578" r:id="rId4"/>
    <p:sldId id="579" r:id="rId5"/>
    <p:sldId id="580" r:id="rId6"/>
    <p:sldId id="581" r:id="rId7"/>
    <p:sldId id="584" r:id="rId8"/>
    <p:sldId id="586" r:id="rId9"/>
    <p:sldId id="585" r:id="rId10"/>
    <p:sldId id="571" r:id="rId11"/>
    <p:sldId id="587" r:id="rId12"/>
    <p:sldId id="588" r:id="rId13"/>
    <p:sldId id="589" r:id="rId14"/>
    <p:sldId id="590" r:id="rId15"/>
    <p:sldId id="591" r:id="rId16"/>
    <p:sldId id="592" r:id="rId17"/>
    <p:sldId id="614" r:id="rId18"/>
    <p:sldId id="606" r:id="rId19"/>
    <p:sldId id="605" r:id="rId20"/>
    <p:sldId id="593" r:id="rId21"/>
    <p:sldId id="594" r:id="rId22"/>
    <p:sldId id="599" r:id="rId23"/>
    <p:sldId id="600" r:id="rId24"/>
    <p:sldId id="597" r:id="rId25"/>
    <p:sldId id="601" r:id="rId26"/>
    <p:sldId id="602" r:id="rId27"/>
    <p:sldId id="607" r:id="rId28"/>
    <p:sldId id="608" r:id="rId29"/>
    <p:sldId id="615" r:id="rId30"/>
    <p:sldId id="548" r:id="rId31"/>
    <p:sldId id="603" r:id="rId32"/>
    <p:sldId id="604" r:id="rId33"/>
    <p:sldId id="616" r:id="rId34"/>
    <p:sldId id="547" r:id="rId35"/>
    <p:sldId id="549" r:id="rId36"/>
    <p:sldId id="553" r:id="rId37"/>
    <p:sldId id="620" r:id="rId38"/>
    <p:sldId id="610" r:id="rId39"/>
    <p:sldId id="554" r:id="rId40"/>
    <p:sldId id="609" r:id="rId41"/>
    <p:sldId id="573" r:id="rId42"/>
    <p:sldId id="556" r:id="rId43"/>
    <p:sldId id="558" r:id="rId44"/>
    <p:sldId id="557" r:id="rId45"/>
    <p:sldId id="562" r:id="rId46"/>
    <p:sldId id="563" r:id="rId47"/>
    <p:sldId id="617" r:id="rId48"/>
    <p:sldId id="611" r:id="rId49"/>
    <p:sldId id="550" r:id="rId50"/>
    <p:sldId id="612" r:id="rId51"/>
    <p:sldId id="618" r:id="rId52"/>
    <p:sldId id="569" r:id="rId53"/>
    <p:sldId id="619" r:id="rId54"/>
    <p:sldId id="565" r:id="rId55"/>
    <p:sldId id="570" r:id="rId56"/>
    <p:sldId id="568" r:id="rId57"/>
  </p:sldIdLst>
  <p:sldSz cx="9144000" cy="6858000" type="screen4x3"/>
  <p:notesSz cx="7099300" cy="10234613"/>
  <p:defaultTextStyle>
    <a:defPPr>
      <a:defRPr lang="en-US"/>
    </a:defPPr>
    <a:lvl1pPr algn="l" rtl="0" fontAlgn="base">
      <a:spcBef>
        <a:spcPct val="0"/>
      </a:spcBef>
      <a:spcAft>
        <a:spcPct val="0"/>
      </a:spcAft>
      <a:defRPr kern="1200">
        <a:solidFill>
          <a:schemeClr val="tx1"/>
        </a:solidFill>
        <a:latin typeface="Perpetua" pitchFamily="18" charset="0"/>
        <a:ea typeface="+mn-ea"/>
        <a:cs typeface="Arial" pitchFamily="34" charset="0"/>
      </a:defRPr>
    </a:lvl1pPr>
    <a:lvl2pPr marL="457200" algn="l" rtl="0" fontAlgn="base">
      <a:spcBef>
        <a:spcPct val="0"/>
      </a:spcBef>
      <a:spcAft>
        <a:spcPct val="0"/>
      </a:spcAft>
      <a:defRPr kern="1200">
        <a:solidFill>
          <a:schemeClr val="tx1"/>
        </a:solidFill>
        <a:latin typeface="Perpetua" pitchFamily="18" charset="0"/>
        <a:ea typeface="+mn-ea"/>
        <a:cs typeface="Arial" pitchFamily="34" charset="0"/>
      </a:defRPr>
    </a:lvl2pPr>
    <a:lvl3pPr marL="914400" algn="l" rtl="0" fontAlgn="base">
      <a:spcBef>
        <a:spcPct val="0"/>
      </a:spcBef>
      <a:spcAft>
        <a:spcPct val="0"/>
      </a:spcAft>
      <a:defRPr kern="1200">
        <a:solidFill>
          <a:schemeClr val="tx1"/>
        </a:solidFill>
        <a:latin typeface="Perpetua" pitchFamily="18" charset="0"/>
        <a:ea typeface="+mn-ea"/>
        <a:cs typeface="Arial" pitchFamily="34" charset="0"/>
      </a:defRPr>
    </a:lvl3pPr>
    <a:lvl4pPr marL="1371600" algn="l" rtl="0" fontAlgn="base">
      <a:spcBef>
        <a:spcPct val="0"/>
      </a:spcBef>
      <a:spcAft>
        <a:spcPct val="0"/>
      </a:spcAft>
      <a:defRPr kern="1200">
        <a:solidFill>
          <a:schemeClr val="tx1"/>
        </a:solidFill>
        <a:latin typeface="Perpetua" pitchFamily="18" charset="0"/>
        <a:ea typeface="+mn-ea"/>
        <a:cs typeface="Arial" pitchFamily="34" charset="0"/>
      </a:defRPr>
    </a:lvl4pPr>
    <a:lvl5pPr marL="1828800" algn="l" rtl="0" fontAlgn="base">
      <a:spcBef>
        <a:spcPct val="0"/>
      </a:spcBef>
      <a:spcAft>
        <a:spcPct val="0"/>
      </a:spcAft>
      <a:defRPr kern="1200">
        <a:solidFill>
          <a:schemeClr val="tx1"/>
        </a:solidFill>
        <a:latin typeface="Perpetua" pitchFamily="18" charset="0"/>
        <a:ea typeface="+mn-ea"/>
        <a:cs typeface="Arial" pitchFamily="34" charset="0"/>
      </a:defRPr>
    </a:lvl5pPr>
    <a:lvl6pPr marL="2286000" algn="l" defTabSz="914400" rtl="0" eaLnBrk="1" latinLnBrk="0" hangingPunct="1">
      <a:defRPr kern="1200">
        <a:solidFill>
          <a:schemeClr val="tx1"/>
        </a:solidFill>
        <a:latin typeface="Perpetua" pitchFamily="18" charset="0"/>
        <a:ea typeface="+mn-ea"/>
        <a:cs typeface="Arial" pitchFamily="34" charset="0"/>
      </a:defRPr>
    </a:lvl6pPr>
    <a:lvl7pPr marL="2743200" algn="l" defTabSz="914400" rtl="0" eaLnBrk="1" latinLnBrk="0" hangingPunct="1">
      <a:defRPr kern="1200">
        <a:solidFill>
          <a:schemeClr val="tx1"/>
        </a:solidFill>
        <a:latin typeface="Perpetua" pitchFamily="18" charset="0"/>
        <a:ea typeface="+mn-ea"/>
        <a:cs typeface="Arial" pitchFamily="34" charset="0"/>
      </a:defRPr>
    </a:lvl7pPr>
    <a:lvl8pPr marL="3200400" algn="l" defTabSz="914400" rtl="0" eaLnBrk="1" latinLnBrk="0" hangingPunct="1">
      <a:defRPr kern="1200">
        <a:solidFill>
          <a:schemeClr val="tx1"/>
        </a:solidFill>
        <a:latin typeface="Perpetua" pitchFamily="18" charset="0"/>
        <a:ea typeface="+mn-ea"/>
        <a:cs typeface="Arial" pitchFamily="34" charset="0"/>
      </a:defRPr>
    </a:lvl8pPr>
    <a:lvl9pPr marL="3657600" algn="l" defTabSz="914400" rtl="0" eaLnBrk="1" latinLnBrk="0" hangingPunct="1">
      <a:defRPr kern="1200">
        <a:solidFill>
          <a:schemeClr val="tx1"/>
        </a:solidFill>
        <a:latin typeface="Perpetua" pitchFamily="18"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EC34"/>
    <a:srgbClr val="0066CC"/>
    <a:srgbClr val="29F73D"/>
    <a:srgbClr val="C704CC"/>
    <a:srgbClr val="4E43DD"/>
    <a:srgbClr val="00A44A"/>
    <a:srgbClr val="FC1818"/>
    <a:srgbClr val="F33F21"/>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62F056-39EA-4C26-9E25-0DA43B754F0F}" v="54" dt="2024-07-16T08:01:14.8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72" autoAdjust="0"/>
    <p:restoredTop sz="95354" autoAdjust="0"/>
  </p:normalViewPr>
  <p:slideViewPr>
    <p:cSldViewPr>
      <p:cViewPr varScale="1">
        <p:scale>
          <a:sx n="96" d="100"/>
          <a:sy n="96" d="100"/>
        </p:scale>
        <p:origin x="612" y="42"/>
      </p:cViewPr>
      <p:guideLst>
        <p:guide orient="horz" pos="2160"/>
        <p:guide pos="2880"/>
      </p:guideLst>
    </p:cSldViewPr>
  </p:slideViewPr>
  <p:outlineViewPr>
    <p:cViewPr>
      <p:scale>
        <a:sx n="33" d="100"/>
        <a:sy n="33" d="100"/>
      </p:scale>
      <p:origin x="0" y="2298"/>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928" y="78"/>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0T17:30:19.098"/>
    </inkml:context>
    <inkml:brush xml:id="br0">
      <inkml:brushProperty name="width" value="0.2" units="cm"/>
      <inkml:brushProperty name="height" value="0.4" units="cm"/>
      <inkml:brushProperty name="color" value="#EF0C4D"/>
      <inkml:brushProperty name="tip" value="rectangle"/>
      <inkml:brushProperty name="rasterOp" value="maskPen"/>
      <inkml:brushProperty name="ignorePressure" value="1"/>
    </inkml:brush>
  </inkml:definitions>
  <inkml:trace contextRef="#ctx0" brushRef="#br0">1 6402,'1'-6,"0"1,0-1,1 1,0 0,0 0,0-1,0 1,1 0,0 1,0-1,4-4,0-1,98-140,-52 76,-2 5,54-81,-79 108,36-77,-52 97,50-130,-54 129,-4 14,1 0,0 1,0-1,7-12,7-8,-1 0,-2-1,18-51,-22 54,2 1,20-37,8-16,17-88,-1 3,-27 93,98-209,-25 60,-87 181,-10 24,1 0,0 1,9-16,3 5,1 1,29-30,16-19,4-20,34-42,-75 101,-18 21,0 2,0-1,1 1,1 1,0 0,16-12,10 1,1 0,49-17,86-19,48-10,1-14,-208 75,7-4,0-1,-1-1,-1 0,33-28,21-15,121-85,-151 104,-3-2,48-56,-57 53,46-81,-22 32,34-51,-72 116,30-32,-24 30,29-31,105-88,-28 30,-102 90,4-4,30-36,253-377,-226 304,-67 107,-3 5,0 1,28-31,61-42,2-4,10-16,-94 96,1 0,49-32,13-10,198-193,-263 233,30-39,-34 39,1 1,28-26,-38 42,15-16,1 3,34-23,-51 39,0 1,0 0,0 0,1 1,-1 0,1 1,-1 0,15-1,9 1,39 4,-28 0,389 0,-296-2,-84-2,65-9,-98 6,1 0,-2-1,1-1,33-17,-31 14,-7 5,0-1,0 2,1 0,-1 0,1 2,0 0,21 0,115 12,-62-1,-57-7,0 3,0 0,-1 2,60 22,-10 9,-1-1,-69-32,1-1,0 0,1-1,21 2,109-6,-106-1,-1 1,75 9,-59 1,154 20,-43-13,102 3,-133-20,197 1,-206 7,84 0,-167-8,-1-2,0-1,47-12,-37 4,0 2,1 3,73-2,214 10,-328-1,0-1,0-1,0 0,0 0,11-5,12-3,-15 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0T17:30:33.601"/>
    </inkml:context>
    <inkml:brush xml:id="br0">
      <inkml:brushProperty name="width" value="0.2" units="cm"/>
      <inkml:brushProperty name="height" value="0.4" units="cm"/>
      <inkml:brushProperty name="color" value="#EF0C4D"/>
      <inkml:brushProperty name="tip" value="rectangle"/>
      <inkml:brushProperty name="rasterOp" value="maskPen"/>
      <inkml:brushProperty name="ignorePressure" value="1"/>
    </inkml:brush>
  </inkml:definitions>
  <inkml:trace contextRef="#ctx0" brushRef="#br0">0 109,'2'1,"0"0,0 1,-1-1,1 0,0 0,0-1,0 1,0 0,0 0,0-1,3 1,26 2,-24-3,10 0,0-1,0 0,0-2,19-4,23-4,98 2,-37 4,33-11,47-4,-14 0,-73 6,16 10,-34 3,-30-4,105 0,-158 5,0 1,-1 1,1 0,-1 1,1 0,12 5,-5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0T17:30:01.486"/>
    </inkml:context>
    <inkml:brush xml:id="br0">
      <inkml:brushProperty name="width" value="0.2" units="cm"/>
      <inkml:brushProperty name="height" value="0.4" units="cm"/>
      <inkml:brushProperty name="color" value="#EF0C4D"/>
      <inkml:brushProperty name="tip" value="rectangle"/>
      <inkml:brushProperty name="rasterOp" value="maskPen"/>
      <inkml:brushProperty name="ignorePressure" value="1"/>
    </inkml:brush>
  </inkml:definitions>
  <inkml:trace contextRef="#ctx0" brushRef="#br0">1 1,'0'10,"1"1,0-1,1 1,1-1,-1 0,2 0,7 18,4 2,22 31,-28-46,42 62,20 34,-52-80,2-1,2-1,45 46,-23-26,89 93,-54-60,-69-69,0 1,0 0,14 27,19 49,5 9,-26-60,-3 1,-1 1,-2 0,12 50,7 12,-4-12,27 98,-49-162,1-1,2 0,0-1,21 29,14 26,-34-54,15 45,-4-11,48 86,-68-136,11 24,-1 1,12 46,-15-44,-7-23,14 24,-12-25,9 26,-2 2,42 149,-34-112,-3-16,-7-14,36 135,-1-48,-39-115,1 0,1 0,1-1,0-1,2 0,22 26,24 29,26 30,-67-82,0 1,-2 0,25 45,-35-54,0 0,0 0,-2 0,0 1,0-1,-1 1,-1 0,0 0,-1 22,4 132,0-44,-5-38,2 64,-2-140,1 0,0 0,1 0,0 0,5 12,-6-20,0 1,0 0,0-1,0 1,1-1,0 1,-1-1,1 0,0 0,0 0,0 0,0 0,1 0,-1 0,0-1,1 1,-1-1,1 0,-1 1,1-1,0-1,5 2,2 0,1-2,12 0,16 2,120 17,-139-15,0 1,23 9,26 6,142 36,-195-50,-5-3,0 0,-1 1,1 1,-1 0,0 0,11 9,4 7,37 43,-12-12,-33-34,2 1,32 26,-44-41,-1 1,1-1,-1 0,1-1,1 0,-1 0,0 0,1-1,-1 0,9 1,83 16,-69-11,1-3,30 3,-46-7,1 0,0 0,19 4,-29-3,0 0,0 0,0 0,0 1,-1-1,1 1,-1 1,0-1,6 5,29 28,63 74,-90-94,-1 1,0 1,9 21,24 58,-15-28,-19-46,21 43,24 78,-49-116,-1 1,-2 0,2 40,-3-31,0 12,-2-24,0-1,2 0,12 48,3-12,6 21,-22-75,1 0,1 0,-1-1,1 1,0-1,0 0,1 0,9 9,-5-7,1 0,0-1,0 0,19 9,14 8,-1 3,-1 1,-1 2,42 41,-64-53,0 1,-2 1,23 33,32 69,-23-35,-35-65,0 2,-2 0,10 28,-18-43,1 0,1 1,-1-2,2 1,7 9,35 39,-18-23,128 157,-47-59,-94-114,1-1,0-1,1 0,23 14,123 77,-143-94,18 14,42 37,5 4,75 46,-104-68,-40-30,1-2,0 0,28 15,257 122,-189-87,15 6,-92-51,60 19,-43-21,71 11,-88-20,0 1,-1 2,0 2,35 17,-43-19,50 14,-21-8,-33-10,0-1,36 4,51 0,-94-9,173 0,-170-3,-1-2,1 0,28-10,5-1,95-12,-130 24,1-1,33-12,-39 11,1 1,-1 0,1 1,23-2,-18 5,0 2,0 0,0 1,26 7,5 1,57 8,35 8,-75-12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0T17:30:52.501"/>
    </inkml:context>
    <inkml:brush xml:id="br0">
      <inkml:brushProperty name="width" value="0.2" units="cm"/>
      <inkml:brushProperty name="height" value="0.4" units="cm"/>
      <inkml:brushProperty name="color" value="#EF0C4D"/>
      <inkml:brushProperty name="tip" value="rectangle"/>
      <inkml:brushProperty name="rasterOp" value="maskPen"/>
      <inkml:brushProperty name="ignorePressure" value="1"/>
    </inkml:brush>
  </inkml:definitions>
  <inkml:trace contextRef="#ctx0" brushRef="#br0">0 108,'1'0,"-1"0,0-1,0 1,0-1,0 1,1 0,-1-1,0 1,0 0,1 0,-1-1,0 1,1 0,-1-1,0 1,1 0,-1 0,0 0,1 0,-1-1,1 1,-1 0,0 0,1 0,12-3,-11 3,37-5,0 2,53 3,-42 1,-19-1,288-9,-154 1,-139 4,0-1,43-14,-38 9,41-6,38 2,-97 11,24-1,-32 4,0 0,0 1,0-1,0 1,0 0,-1 1,1-1,6 3,15 10,0 1,-1 1,35 30,5 3,-46-37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0T17:33:23.112"/>
    </inkml:context>
    <inkml:brush xml:id="br0">
      <inkml:brushProperty name="width" value="0.2" units="cm"/>
      <inkml:brushProperty name="height" value="0.4" units="cm"/>
      <inkml:brushProperty name="color" value="#29F73D"/>
      <inkml:brushProperty name="tip" value="rectangle"/>
      <inkml:brushProperty name="rasterOp" value="maskPen"/>
      <inkml:brushProperty name="ignorePressure" value="1"/>
    </inkml:brush>
  </inkml:definitions>
  <inkml:trace contextRef="#ctx0" brushRef="#br0">0 1,'2'2,"1"-1,-1 1,0-1,0 0,1 0,-1 0,3 1,6 2,77 34,16 8,298 181,-246-117,-71-48,63 64,-94-77,175 145,-132-102,-63-57,46 35,-63-57,154 125,-142-112,-1 2,-1 1,35 51,53 97,-52-75,5-2,83 95,-137-179,0-1,0 0,1-2,1 0,27 17,-25-20,25 8,1 0,19 8,2-2,72 16,-105-32,0 2,0 1,38 21,-38-16,0-2,1 0,0-3,42 10,-47-16,47 1,-45-4,43 8,-55-7,137 36,-119-25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0T20:40:53.878"/>
    </inkml:context>
    <inkml:brush xml:id="br0">
      <inkml:brushProperty name="width" value="0.2" units="cm"/>
      <inkml:brushProperty name="height" value="0.4" units="cm"/>
      <inkml:brushProperty name="color" value="#EF0C4D"/>
      <inkml:brushProperty name="tip" value="rectangle"/>
      <inkml:brushProperty name="rasterOp" value="maskPen"/>
      <inkml:brushProperty name="ignorePressure" value="1"/>
    </inkml:brush>
  </inkml:definitions>
  <inkml:trace contextRef="#ctx0" brushRef="#br0">1 1,'1'6,"0"0,0 0,1 0,0 0,0-1,0 1,1 0,0-1,0 0,5 7,3 5,26 49,54 87,19 8,103 162,-166-243,109 192,195 371,-202-356,-95-194,-45-80,0-1,1 1,1-1,19 16,-28-26,1 1,0-1,1 0,-1 0,0 0,1-1,-1 1,0-1,1 0,0 0,-1 0,1 0,0-1,-1 1,1-1,0 0,5-1,-2 0,1-1,-1 0,-1 0,1-1,0 1,-1-2,1 1,5-5,60-40,-34 22,69-37,127-33,9-5,-44 11,-168 76,18-7,92-43,-3-12,79-38,-131 72,64-29,-117 59,49-11,0-1,-56 14,-1 0,-1-2,27-17,63-50,-101 70,73-51,-65 46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5T02:11:26.998"/>
    </inkml:context>
    <inkml:brush xml:id="br0">
      <inkml:brushProperty name="width" value="0.2" units="cm"/>
      <inkml:brushProperty name="height" value="0.4" units="cm"/>
      <inkml:brushProperty name="color" value="#EF0C4D"/>
      <inkml:brushProperty name="tip" value="rectangle"/>
      <inkml:brushProperty name="rasterOp" value="maskPen"/>
      <inkml:brushProperty name="ignorePressure" value="1"/>
    </inkml:brush>
  </inkml:definitions>
  <inkml:trace contextRef="#ctx0" brushRef="#br0">0 1,'310'0,"-288"1,0 1,26 6,22 2,391 19,-454-28,55 3,83 17,-10 5,141 10,-201-28,-72-8,-4 1,-9 1,-16 1,-57-5,41-1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5T02:11:44.479"/>
    </inkml:context>
    <inkml:brush xml:id="br0">
      <inkml:brushProperty name="width" value="0.2" units="cm"/>
      <inkml:brushProperty name="height" value="0.4" units="cm"/>
      <inkml:brushProperty name="color" value="#29F73D"/>
      <inkml:brushProperty name="tip" value="rectangle"/>
      <inkml:brushProperty name="rasterOp" value="maskPen"/>
      <inkml:brushProperty name="ignorePressure" value="1"/>
    </inkml:brush>
  </inkml:definitions>
  <inkml:trace contextRef="#ctx0" brushRef="#br0">1 0,'179'7,"4"0,-138-7,301 11,-178 5,401 26,-457-42,-207 0,60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0T17:35:22.226"/>
    </inkml:context>
    <inkml:brush xml:id="br0">
      <inkml:brushProperty name="width" value="0.2" units="cm"/>
      <inkml:brushProperty name="height" value="0.4" units="cm"/>
      <inkml:brushProperty name="color" value="#EF0C4D"/>
      <inkml:brushProperty name="tip" value="rectangle"/>
      <inkml:brushProperty name="rasterOp" value="maskPen"/>
      <inkml:brushProperty name="ignorePressure" value="1"/>
    </inkml:brush>
  </inkml:definitions>
  <inkml:trace contextRef="#ctx0" brushRef="#br0">1 2841,'0'-5,"1"-1,0 1,0 0,1-1,0 1,0 0,0 0,0 0,6-8,0-2,0-1,99-202,-19-9,-51 101,42-124,-53 158,18-56,-28 85,-5 31,28-57,-30 69,111-218,-98 202,-14 23,13-26,23-59,68-110,59-41,-156 228,23-41,-2 2,-5 11,21-30,-16 33,-6 8,-2-1,29-52,-52 80,-1 1,-1-1,4-12,-6 15,1 0,1 0,0 1,0-1,8-14,-11 22,0 0,0 0,0-1,0 1,0 0,1 0,-1 0,0 0,0 0,0 0,0 0,0-1,0 1,0 0,0 0,0 0,1 0,-1 0,0 0,0 0,0 0,0 0,0 0,0 0,1 0,-1 0,0 0,0 0,0 0,0 0,0 0,0 0,1 0,-1 0,0 0,0 0,0 0,3 5,-1 9,-2-13,1 46,-2-33,1 1,1-1,1 1,6 24,36 81,-9-28,-18-46,-2-5,16 68,-20-51,17 77,-20-109,-1 0,4 42,12 49,-15-83,8 69,-13-2,0 15,0-91,0 21,13 55,11-6,-17-62,-1 0,-1 0,3 40,-8-21,-2-23,1 0,1 0,9 33,11 13,-10-37,10 55,-4-14,0 6,-17-76,0 1,1-1,0 0,0 0,1-1,0 1,1-1,0 1,0-2,8 11,-7-11,11 15,-1 0,23 40,14 32,7 15,-51-85,0 0,6 34,5 16,27 96,-20-84,-20-67,0 1,-1 0,-1 0,3 36,-6 92,2 45,1-141,-3-18,2-1,11 48,14 53,-20-86,17 53,-12-53,8 53,-14-61,17 52,8 34,-25-89,1 0,21 49,-18-55,-2-5,2-1,18 28,-15-29,-2 0,12 31,7 22,10 30,26 98,-49-154,49 92,-30-71,28 42,-40-72,21 44,12 46,29 60,-62-127,-1-3,9 18,0 3,-17-53,2 0,0-2,47 53,-10-20,43 53,-51-46,46 59,-84-116,1 0,0 0,1-1,0 0,1-1,0-1,27 14,-20-14,-1 0,1-2,0 0,1-2,28 4,-35-7,15 2,0 1,0 2,30 9,77 36,-105-36,0 0,33 24,128 83,-133-88,99 73,17 17,-165-118,28 18,1-3,78 32,-20-24,-29-11,-16 0,-2 2,0 2,84 52,77 44,-64-38,-19 0,42 24,80 43,-206-117,58 28,-74-44,128 59,-90-41,-11-4,221 88,-43-20,-7 20,-82-36,-61-35,-43-23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5T02:11:08.779"/>
    </inkml:context>
    <inkml:brush xml:id="br0">
      <inkml:brushProperty name="width" value="0.2" units="cm"/>
      <inkml:brushProperty name="height" value="0.4" units="cm"/>
      <inkml:brushProperty name="color" value="#EF0C4D"/>
      <inkml:brushProperty name="tip" value="rectangle"/>
      <inkml:brushProperty name="rasterOp" value="maskPen"/>
      <inkml:brushProperty name="ignorePressure" value="1"/>
    </inkml:brush>
  </inkml:definitions>
  <inkml:trace contextRef="#ctx0" brushRef="#br0">0 1,'7'0,"0"1,0 0,0 0,0 1,10 4,11 2,59 10,1-4,0-4,114-2,-186-8,251 2,-2 21,-184-14,143-1,103-9,-305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1175"/>
          </a:xfrm>
          <a:prstGeom prst="rect">
            <a:avLst/>
          </a:prstGeom>
        </p:spPr>
        <p:txBody>
          <a:bodyPr vert="horz" lIns="99048" tIns="49524" rIns="99048" bIns="49524" rtlCol="0"/>
          <a:lstStyle>
            <a:lvl1pPr algn="l" fontAlgn="auto">
              <a:spcBef>
                <a:spcPts val="0"/>
              </a:spcBef>
              <a:spcAft>
                <a:spcPts val="0"/>
              </a:spcAft>
              <a:defRPr sz="1300">
                <a:latin typeface="+mn-lt"/>
                <a:cs typeface="+mn-cs"/>
              </a:defRPr>
            </a:lvl1pPr>
          </a:lstStyle>
          <a:p>
            <a:pPr>
              <a:defRPr/>
            </a:pPr>
            <a:endParaRPr lang="en-CA"/>
          </a:p>
        </p:txBody>
      </p:sp>
      <p:sp>
        <p:nvSpPr>
          <p:cNvPr id="3" name="Date Placeholder 2"/>
          <p:cNvSpPr>
            <a:spLocks noGrp="1"/>
          </p:cNvSpPr>
          <p:nvPr>
            <p:ph type="dt" idx="1"/>
          </p:nvPr>
        </p:nvSpPr>
        <p:spPr>
          <a:xfrm>
            <a:off x="4021138" y="0"/>
            <a:ext cx="3076575" cy="511175"/>
          </a:xfrm>
          <a:prstGeom prst="rect">
            <a:avLst/>
          </a:prstGeom>
        </p:spPr>
        <p:txBody>
          <a:bodyPr vert="horz" lIns="99048" tIns="49524" rIns="99048" bIns="49524" rtlCol="0"/>
          <a:lstStyle>
            <a:lvl1pPr algn="r" fontAlgn="auto">
              <a:spcBef>
                <a:spcPts val="0"/>
              </a:spcBef>
              <a:spcAft>
                <a:spcPts val="0"/>
              </a:spcAft>
              <a:defRPr sz="1300" smtClean="0">
                <a:latin typeface="+mn-lt"/>
                <a:cs typeface="+mn-cs"/>
              </a:defRPr>
            </a:lvl1pPr>
          </a:lstStyle>
          <a:p>
            <a:pPr>
              <a:defRPr/>
            </a:pPr>
            <a:fld id="{3EA22076-51D5-4F5C-9B08-CC8082A051DF}" type="datetimeFigureOut">
              <a:rPr lang="en-CA"/>
              <a:pPr>
                <a:defRPr/>
              </a:pPr>
              <a:t>2024-10-25</a:t>
            </a:fld>
            <a:endParaRPr lang="en-CA" dirty="0"/>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pPr lvl="0"/>
            <a:endParaRPr lang="en-CA" noProof="0"/>
          </a:p>
        </p:txBody>
      </p:sp>
      <p:sp>
        <p:nvSpPr>
          <p:cNvPr id="5" name="Notes Placeholder 4"/>
          <p:cNvSpPr>
            <a:spLocks noGrp="1"/>
          </p:cNvSpPr>
          <p:nvPr>
            <p:ph type="body" sz="quarter" idx="3"/>
          </p:nvPr>
        </p:nvSpPr>
        <p:spPr>
          <a:xfrm>
            <a:off x="709613" y="4860925"/>
            <a:ext cx="5680075" cy="4605338"/>
          </a:xfrm>
          <a:prstGeom prst="rect">
            <a:avLst/>
          </a:prstGeom>
        </p:spPr>
        <p:txBody>
          <a:bodyPr vert="horz" lIns="99048" tIns="49524" rIns="99048" bIns="49524"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p:cNvSpPr>
            <a:spLocks noGrp="1"/>
          </p:cNvSpPr>
          <p:nvPr>
            <p:ph type="ftr" sz="quarter" idx="4"/>
          </p:nvPr>
        </p:nvSpPr>
        <p:spPr>
          <a:xfrm>
            <a:off x="0" y="9721850"/>
            <a:ext cx="3076575" cy="511175"/>
          </a:xfrm>
          <a:prstGeom prst="rect">
            <a:avLst/>
          </a:prstGeom>
        </p:spPr>
        <p:txBody>
          <a:bodyPr vert="horz" lIns="99048" tIns="49524" rIns="99048" bIns="49524" rtlCol="0" anchor="b"/>
          <a:lstStyle>
            <a:lvl1pPr algn="l" fontAlgn="auto">
              <a:spcBef>
                <a:spcPts val="0"/>
              </a:spcBef>
              <a:spcAft>
                <a:spcPts val="0"/>
              </a:spcAft>
              <a:defRPr sz="1300">
                <a:latin typeface="+mn-lt"/>
                <a:cs typeface="+mn-cs"/>
              </a:defRPr>
            </a:lvl1pPr>
          </a:lstStyle>
          <a:p>
            <a:pPr>
              <a:defRPr/>
            </a:pPr>
            <a:endParaRPr lang="en-CA" dirty="0"/>
          </a:p>
        </p:txBody>
      </p:sp>
      <p:sp>
        <p:nvSpPr>
          <p:cNvPr id="7" name="Slide Number Placeholder 6"/>
          <p:cNvSpPr>
            <a:spLocks noGrp="1"/>
          </p:cNvSpPr>
          <p:nvPr>
            <p:ph type="sldNum" sz="quarter" idx="5"/>
          </p:nvPr>
        </p:nvSpPr>
        <p:spPr>
          <a:xfrm>
            <a:off x="4021138" y="9721850"/>
            <a:ext cx="3076575" cy="511175"/>
          </a:xfrm>
          <a:prstGeom prst="rect">
            <a:avLst/>
          </a:prstGeom>
        </p:spPr>
        <p:txBody>
          <a:bodyPr vert="horz" lIns="99048" tIns="49524" rIns="99048" bIns="49524" rtlCol="0" anchor="b"/>
          <a:lstStyle>
            <a:lvl1pPr algn="r" fontAlgn="auto">
              <a:spcBef>
                <a:spcPts val="0"/>
              </a:spcBef>
              <a:spcAft>
                <a:spcPts val="0"/>
              </a:spcAft>
              <a:defRPr sz="1300" smtClean="0">
                <a:latin typeface="+mn-lt"/>
                <a:cs typeface="+mn-cs"/>
              </a:defRPr>
            </a:lvl1pPr>
          </a:lstStyle>
          <a:p>
            <a:pPr>
              <a:defRPr/>
            </a:pPr>
            <a:fld id="{1BAB49F5-4385-4BBB-A8ED-94F91B426A7C}" type="slidenum">
              <a:rPr lang="en-CA"/>
              <a:pPr>
                <a:defRPr/>
              </a:pPr>
              <a:t>‹#›</a:t>
            </a:fld>
            <a:endParaRPr lang="en-CA" dirty="0"/>
          </a:p>
        </p:txBody>
      </p:sp>
    </p:spTree>
    <p:extLst>
      <p:ext uri="{BB962C8B-B14F-4D97-AF65-F5344CB8AC3E}">
        <p14:creationId xmlns:p14="http://schemas.microsoft.com/office/powerpoint/2010/main" val="63612940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number slides</a:t>
            </a:r>
            <a:endParaRPr lang="en-CA" dirty="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F2156DC8-CB39-4F59-8C79-55AEA96D57FB}" type="slidenum">
              <a:rPr lang="en-CA">
                <a:latin typeface="Calibri" pitchFamily="34" charset="0"/>
              </a:rPr>
              <a:pPr fontAlgn="base">
                <a:spcBef>
                  <a:spcPct val="0"/>
                </a:spcBef>
                <a:spcAft>
                  <a:spcPct val="0"/>
                </a:spcAft>
              </a:pPr>
              <a:t>1</a:t>
            </a:fld>
            <a:endParaRPr lang="en-CA" dirty="0">
              <a:latin typeface="Calibri" pitchFamily="34" charset="0"/>
            </a:endParaRPr>
          </a:p>
        </p:txBody>
      </p:sp>
    </p:spTree>
    <p:extLst>
      <p:ext uri="{BB962C8B-B14F-4D97-AF65-F5344CB8AC3E}">
        <p14:creationId xmlns:p14="http://schemas.microsoft.com/office/powerpoint/2010/main" val="1731714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2</a:t>
            </a:fld>
            <a:endParaRPr lang="en-CA" dirty="0">
              <a:latin typeface="Calibri" pitchFamily="34" charset="0"/>
            </a:endParaRPr>
          </a:p>
        </p:txBody>
      </p:sp>
    </p:spTree>
    <p:extLst>
      <p:ext uri="{BB962C8B-B14F-4D97-AF65-F5344CB8AC3E}">
        <p14:creationId xmlns:p14="http://schemas.microsoft.com/office/powerpoint/2010/main" val="19517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3</a:t>
            </a:fld>
            <a:endParaRPr lang="en-CA" dirty="0">
              <a:latin typeface="Calibri" pitchFamily="34" charset="0"/>
            </a:endParaRPr>
          </a:p>
        </p:txBody>
      </p:sp>
    </p:spTree>
    <p:extLst>
      <p:ext uri="{BB962C8B-B14F-4D97-AF65-F5344CB8AC3E}">
        <p14:creationId xmlns:p14="http://schemas.microsoft.com/office/powerpoint/2010/main" val="1512070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4</a:t>
            </a:fld>
            <a:endParaRPr lang="en-CA" dirty="0">
              <a:latin typeface="Calibri" pitchFamily="34" charset="0"/>
            </a:endParaRPr>
          </a:p>
        </p:txBody>
      </p:sp>
    </p:spTree>
    <p:extLst>
      <p:ext uri="{BB962C8B-B14F-4D97-AF65-F5344CB8AC3E}">
        <p14:creationId xmlns:p14="http://schemas.microsoft.com/office/powerpoint/2010/main" val="728311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5</a:t>
            </a:fld>
            <a:endParaRPr lang="en-CA" dirty="0">
              <a:latin typeface="Calibri" pitchFamily="34" charset="0"/>
            </a:endParaRPr>
          </a:p>
        </p:txBody>
      </p:sp>
    </p:spTree>
    <p:extLst>
      <p:ext uri="{BB962C8B-B14F-4D97-AF65-F5344CB8AC3E}">
        <p14:creationId xmlns:p14="http://schemas.microsoft.com/office/powerpoint/2010/main" val="803595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6</a:t>
            </a:fld>
            <a:endParaRPr lang="en-CA" dirty="0">
              <a:latin typeface="Calibri" pitchFamily="34" charset="0"/>
            </a:endParaRPr>
          </a:p>
        </p:txBody>
      </p:sp>
    </p:spTree>
    <p:extLst>
      <p:ext uri="{BB962C8B-B14F-4D97-AF65-F5344CB8AC3E}">
        <p14:creationId xmlns:p14="http://schemas.microsoft.com/office/powerpoint/2010/main" val="1019620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7</a:t>
            </a:fld>
            <a:endParaRPr lang="en-CA" dirty="0">
              <a:latin typeface="Calibri" pitchFamily="34" charset="0"/>
            </a:endParaRPr>
          </a:p>
        </p:txBody>
      </p:sp>
    </p:spTree>
    <p:extLst>
      <p:ext uri="{BB962C8B-B14F-4D97-AF65-F5344CB8AC3E}">
        <p14:creationId xmlns:p14="http://schemas.microsoft.com/office/powerpoint/2010/main" val="694879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8</a:t>
            </a:fld>
            <a:endParaRPr lang="en-CA" dirty="0">
              <a:latin typeface="Calibri" pitchFamily="34" charset="0"/>
            </a:endParaRPr>
          </a:p>
        </p:txBody>
      </p:sp>
    </p:spTree>
    <p:extLst>
      <p:ext uri="{BB962C8B-B14F-4D97-AF65-F5344CB8AC3E}">
        <p14:creationId xmlns:p14="http://schemas.microsoft.com/office/powerpoint/2010/main" val="1420306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9</a:t>
            </a:fld>
            <a:endParaRPr lang="en-CA" dirty="0">
              <a:latin typeface="Calibri" pitchFamily="34" charset="0"/>
            </a:endParaRPr>
          </a:p>
        </p:txBody>
      </p:sp>
    </p:spTree>
    <p:extLst>
      <p:ext uri="{BB962C8B-B14F-4D97-AF65-F5344CB8AC3E}">
        <p14:creationId xmlns:p14="http://schemas.microsoft.com/office/powerpoint/2010/main" val="2096629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10</a:t>
            </a:fld>
            <a:endParaRPr lang="en-CA" dirty="0">
              <a:latin typeface="Calibri" pitchFamily="34" charset="0"/>
            </a:endParaRPr>
          </a:p>
        </p:txBody>
      </p:sp>
    </p:spTree>
    <p:extLst>
      <p:ext uri="{BB962C8B-B14F-4D97-AF65-F5344CB8AC3E}">
        <p14:creationId xmlns:p14="http://schemas.microsoft.com/office/powerpoint/2010/main" val="1093714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11</a:t>
            </a:fld>
            <a:endParaRPr lang="en-CA" dirty="0">
              <a:latin typeface="Calibri" pitchFamily="34" charset="0"/>
            </a:endParaRPr>
          </a:p>
        </p:txBody>
      </p:sp>
    </p:spTree>
    <p:extLst>
      <p:ext uri="{BB962C8B-B14F-4D97-AF65-F5344CB8AC3E}">
        <p14:creationId xmlns:p14="http://schemas.microsoft.com/office/powerpoint/2010/main" val="3501495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12</a:t>
            </a:fld>
            <a:endParaRPr lang="en-CA" dirty="0">
              <a:latin typeface="Calibri" pitchFamily="34" charset="0"/>
            </a:endParaRPr>
          </a:p>
        </p:txBody>
      </p:sp>
    </p:spTree>
    <p:extLst>
      <p:ext uri="{BB962C8B-B14F-4D97-AF65-F5344CB8AC3E}">
        <p14:creationId xmlns:p14="http://schemas.microsoft.com/office/powerpoint/2010/main" val="28989771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13</a:t>
            </a:fld>
            <a:endParaRPr lang="en-CA" dirty="0">
              <a:latin typeface="Calibri" pitchFamily="34" charset="0"/>
            </a:endParaRPr>
          </a:p>
        </p:txBody>
      </p:sp>
    </p:spTree>
    <p:extLst>
      <p:ext uri="{BB962C8B-B14F-4D97-AF65-F5344CB8AC3E}">
        <p14:creationId xmlns:p14="http://schemas.microsoft.com/office/powerpoint/2010/main" val="3710912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14</a:t>
            </a:fld>
            <a:endParaRPr lang="en-CA" dirty="0">
              <a:latin typeface="Calibri" pitchFamily="34" charset="0"/>
            </a:endParaRPr>
          </a:p>
        </p:txBody>
      </p:sp>
    </p:spTree>
    <p:extLst>
      <p:ext uri="{BB962C8B-B14F-4D97-AF65-F5344CB8AC3E}">
        <p14:creationId xmlns:p14="http://schemas.microsoft.com/office/powerpoint/2010/main" val="1643261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15</a:t>
            </a:fld>
            <a:endParaRPr lang="en-CA" dirty="0">
              <a:latin typeface="Calibri" pitchFamily="34" charset="0"/>
            </a:endParaRPr>
          </a:p>
        </p:txBody>
      </p:sp>
    </p:spTree>
    <p:extLst>
      <p:ext uri="{BB962C8B-B14F-4D97-AF65-F5344CB8AC3E}">
        <p14:creationId xmlns:p14="http://schemas.microsoft.com/office/powerpoint/2010/main" val="247999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16</a:t>
            </a:fld>
            <a:endParaRPr lang="en-CA" dirty="0">
              <a:latin typeface="Calibri" pitchFamily="34" charset="0"/>
            </a:endParaRPr>
          </a:p>
        </p:txBody>
      </p:sp>
    </p:spTree>
    <p:extLst>
      <p:ext uri="{BB962C8B-B14F-4D97-AF65-F5344CB8AC3E}">
        <p14:creationId xmlns:p14="http://schemas.microsoft.com/office/powerpoint/2010/main" val="35341459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17</a:t>
            </a:fld>
            <a:endParaRPr lang="en-CA" dirty="0">
              <a:latin typeface="Calibri" pitchFamily="34" charset="0"/>
            </a:endParaRPr>
          </a:p>
        </p:txBody>
      </p:sp>
    </p:spTree>
    <p:extLst>
      <p:ext uri="{BB962C8B-B14F-4D97-AF65-F5344CB8AC3E}">
        <p14:creationId xmlns:p14="http://schemas.microsoft.com/office/powerpoint/2010/main" val="15973392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CC5DD-D498-0C4C-F796-530EC2F60686}"/>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FC5A8CC7-B04C-DB08-2ACD-C0AB6717276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2D204913-772F-6CA7-1D66-116BD8AC0B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FCF140C1-B7A9-7B2A-77D6-187211B0E2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18</a:t>
            </a:fld>
            <a:endParaRPr lang="en-CA" dirty="0">
              <a:latin typeface="Calibri" pitchFamily="34" charset="0"/>
            </a:endParaRPr>
          </a:p>
        </p:txBody>
      </p:sp>
    </p:spTree>
    <p:extLst>
      <p:ext uri="{BB962C8B-B14F-4D97-AF65-F5344CB8AC3E}">
        <p14:creationId xmlns:p14="http://schemas.microsoft.com/office/powerpoint/2010/main" val="21578814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CC5DD-D498-0C4C-F796-530EC2F60686}"/>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FC5A8CC7-B04C-DB08-2ACD-C0AB6717276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2D204913-772F-6CA7-1D66-116BD8AC0B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FCF140C1-B7A9-7B2A-77D6-187211B0E2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19</a:t>
            </a:fld>
            <a:endParaRPr lang="en-CA" dirty="0">
              <a:latin typeface="Calibri" pitchFamily="34" charset="0"/>
            </a:endParaRPr>
          </a:p>
        </p:txBody>
      </p:sp>
    </p:spTree>
    <p:extLst>
      <p:ext uri="{BB962C8B-B14F-4D97-AF65-F5344CB8AC3E}">
        <p14:creationId xmlns:p14="http://schemas.microsoft.com/office/powerpoint/2010/main" val="6658531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20</a:t>
            </a:fld>
            <a:endParaRPr lang="en-CA" dirty="0">
              <a:latin typeface="Calibri" pitchFamily="34" charset="0"/>
            </a:endParaRPr>
          </a:p>
        </p:txBody>
      </p:sp>
    </p:spTree>
    <p:extLst>
      <p:ext uri="{BB962C8B-B14F-4D97-AF65-F5344CB8AC3E}">
        <p14:creationId xmlns:p14="http://schemas.microsoft.com/office/powerpoint/2010/main" val="2104747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21</a:t>
            </a:fld>
            <a:endParaRPr lang="en-CA" dirty="0">
              <a:latin typeface="Calibri" pitchFamily="34" charset="0"/>
            </a:endParaRPr>
          </a:p>
        </p:txBody>
      </p:sp>
    </p:spTree>
    <p:extLst>
      <p:ext uri="{BB962C8B-B14F-4D97-AF65-F5344CB8AC3E}">
        <p14:creationId xmlns:p14="http://schemas.microsoft.com/office/powerpoint/2010/main" val="19431571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22</a:t>
            </a:fld>
            <a:endParaRPr lang="en-CA" dirty="0">
              <a:latin typeface="Calibri" pitchFamily="34" charset="0"/>
            </a:endParaRPr>
          </a:p>
        </p:txBody>
      </p:sp>
    </p:spTree>
    <p:extLst>
      <p:ext uri="{BB962C8B-B14F-4D97-AF65-F5344CB8AC3E}">
        <p14:creationId xmlns:p14="http://schemas.microsoft.com/office/powerpoint/2010/main" val="20013241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23</a:t>
            </a:fld>
            <a:endParaRPr lang="en-CA" dirty="0">
              <a:latin typeface="Calibri" pitchFamily="34" charset="0"/>
            </a:endParaRPr>
          </a:p>
        </p:txBody>
      </p:sp>
    </p:spTree>
    <p:extLst>
      <p:ext uri="{BB962C8B-B14F-4D97-AF65-F5344CB8AC3E}">
        <p14:creationId xmlns:p14="http://schemas.microsoft.com/office/powerpoint/2010/main" val="5289883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24</a:t>
            </a:fld>
            <a:endParaRPr lang="en-CA" dirty="0">
              <a:latin typeface="Calibri" pitchFamily="34" charset="0"/>
            </a:endParaRPr>
          </a:p>
        </p:txBody>
      </p:sp>
    </p:spTree>
    <p:extLst>
      <p:ext uri="{BB962C8B-B14F-4D97-AF65-F5344CB8AC3E}">
        <p14:creationId xmlns:p14="http://schemas.microsoft.com/office/powerpoint/2010/main" val="697439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25</a:t>
            </a:fld>
            <a:endParaRPr lang="en-CA" dirty="0">
              <a:latin typeface="Calibri" pitchFamily="34" charset="0"/>
            </a:endParaRPr>
          </a:p>
        </p:txBody>
      </p:sp>
    </p:spTree>
    <p:extLst>
      <p:ext uri="{BB962C8B-B14F-4D97-AF65-F5344CB8AC3E}">
        <p14:creationId xmlns:p14="http://schemas.microsoft.com/office/powerpoint/2010/main" val="1159303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b="1" dirty="0"/>
              <a:t>What is a Reynolds Number?</a:t>
            </a:r>
          </a:p>
          <a:p>
            <a:r>
              <a:rPr lang="en-US" dirty="0"/>
              <a:t>Reynolds number is a dimensionless quantity that is used to determine the type of flow pattern as laminar or turbulent while flowing through a pipe. Reynolds number is defined by the ratio of inertial forces to that of viscous forces.</a:t>
            </a:r>
          </a:p>
          <a:p>
            <a:r>
              <a:rPr lang="en-US" b="1" dirty="0"/>
              <a:t>Reynolds Number Formula</a:t>
            </a:r>
          </a:p>
          <a:p>
            <a:r>
              <a:rPr lang="en-US" dirty="0"/>
              <a:t>It is given by the following relation:</a:t>
            </a:r>
          </a:p>
          <a:p>
            <a:endParaRPr lang="en-US" dirty="0"/>
          </a:p>
          <a:p>
            <a:r>
              <a:rPr lang="en-US" dirty="0"/>
              <a:t>$$</a:t>
            </a:r>
            <a:r>
              <a:rPr lang="en-US" dirty="0" err="1"/>
              <a:t>R_e</a:t>
            </a:r>
            <a:r>
              <a:rPr lang="en-US" dirty="0"/>
              <a:t>=Frac{\rho VD}{\mu}$$</a:t>
            </a:r>
          </a:p>
          <a:p>
            <a:r>
              <a:rPr lang="en-US" dirty="0"/>
              <a:t>Where,</a:t>
            </a:r>
          </a:p>
          <a:p>
            <a:pPr>
              <a:buFont typeface="Arial" panose="020B0604020202020204" pitchFamily="34" charset="0"/>
              <a:buChar char="•"/>
            </a:pPr>
            <a:r>
              <a:rPr lang="en-US" dirty="0"/>
              <a:t>R</a:t>
            </a:r>
            <a:r>
              <a:rPr lang="en-US" baseline="-25000" dirty="0"/>
              <a:t>e</a:t>
            </a:r>
            <a:r>
              <a:rPr lang="en-US" dirty="0"/>
              <a:t> is the Reynolds number</a:t>
            </a:r>
          </a:p>
          <a:p>
            <a:pPr>
              <a:buFont typeface="Arial" panose="020B0604020202020204" pitchFamily="34" charset="0"/>
              <a:buChar char="•"/>
            </a:pPr>
            <a:r>
              <a:rPr lang="en-US" dirty="0"/>
              <a:t>ρ is the density of the fluid</a:t>
            </a:r>
          </a:p>
          <a:p>
            <a:pPr>
              <a:buFont typeface="Arial" panose="020B0604020202020204" pitchFamily="34" charset="0"/>
              <a:buChar char="•"/>
            </a:pPr>
            <a:r>
              <a:rPr lang="en-US" dirty="0"/>
              <a:t>V is the velocity of flow</a:t>
            </a:r>
          </a:p>
          <a:p>
            <a:pPr>
              <a:buFont typeface="Arial" panose="020B0604020202020204" pitchFamily="34" charset="0"/>
              <a:buChar char="•"/>
            </a:pPr>
            <a:r>
              <a:rPr lang="en-US" dirty="0"/>
              <a:t>D is the pipe diameter</a:t>
            </a:r>
          </a:p>
          <a:p>
            <a:pPr>
              <a:buFont typeface="Arial" panose="020B0604020202020204" pitchFamily="34" charset="0"/>
              <a:buChar char="•"/>
            </a:pPr>
            <a:r>
              <a:rPr lang="en-US" dirty="0"/>
              <a:t>μ is the viscosity of the fluid</a:t>
            </a:r>
          </a:p>
          <a:p>
            <a:r>
              <a:rPr lang="en-US" dirty="0"/>
              <a:t>If the Reynolds number calculated is high (greater than 2000), then the flow through the pipe is said to be turbulent. If Reynolds number is low (less than 2000), the flow is said to be laminar. Numerically, these are acceptable values, although in general the laminar and turbulent flows are classified according to a range. Laminar flow falls below Reynolds number of 1100 and turbulent falls in a range greater than 2200.</a:t>
            </a:r>
          </a:p>
          <a:p>
            <a:r>
              <a:rPr lang="en-US" dirty="0"/>
              <a:t>Laminar flow is the type of flow in which the fluid travels smoothly in regular paths. Conversely, turbulent flow isn’t smooth and follows an irregular math with lots of mixing.</a:t>
            </a:r>
          </a:p>
          <a:p>
            <a:endParaRPr lang="en-US" dirty="0"/>
          </a:p>
          <a:p>
            <a:endParaRPr lang="en-US" dirty="0"/>
          </a:p>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26</a:t>
            </a:fld>
            <a:endParaRPr lang="en-CA" dirty="0">
              <a:latin typeface="Calibri" pitchFamily="34" charset="0"/>
            </a:endParaRPr>
          </a:p>
        </p:txBody>
      </p:sp>
    </p:spTree>
    <p:extLst>
      <p:ext uri="{BB962C8B-B14F-4D97-AF65-F5344CB8AC3E}">
        <p14:creationId xmlns:p14="http://schemas.microsoft.com/office/powerpoint/2010/main" val="15100696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95D72-7451-E840-5A1B-B58E26A4B349}"/>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B0F8C9C5-DB3C-759A-1026-4B72D16AD25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DE2625C3-BD66-2002-DF9F-837407F925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B5D75FA6-80E0-61DF-8F61-F9DB821EBA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27</a:t>
            </a:fld>
            <a:endParaRPr lang="en-CA" dirty="0">
              <a:latin typeface="Calibri" pitchFamily="34" charset="0"/>
            </a:endParaRPr>
          </a:p>
        </p:txBody>
      </p:sp>
    </p:spTree>
    <p:extLst>
      <p:ext uri="{BB962C8B-B14F-4D97-AF65-F5344CB8AC3E}">
        <p14:creationId xmlns:p14="http://schemas.microsoft.com/office/powerpoint/2010/main" val="17877372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95D72-7451-E840-5A1B-B58E26A4B349}"/>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B0F8C9C5-DB3C-759A-1026-4B72D16AD25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DE2625C3-BD66-2002-DF9F-837407F925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B5D75FA6-80E0-61DF-8F61-F9DB821EBA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28</a:t>
            </a:fld>
            <a:endParaRPr lang="en-CA" dirty="0">
              <a:latin typeface="Calibri" pitchFamily="34" charset="0"/>
            </a:endParaRPr>
          </a:p>
        </p:txBody>
      </p:sp>
    </p:spTree>
    <p:extLst>
      <p:ext uri="{BB962C8B-B14F-4D97-AF65-F5344CB8AC3E}">
        <p14:creationId xmlns:p14="http://schemas.microsoft.com/office/powerpoint/2010/main" val="6017773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29</a:t>
            </a:fld>
            <a:endParaRPr lang="en-CA" dirty="0">
              <a:latin typeface="Calibri" pitchFamily="34" charset="0"/>
            </a:endParaRPr>
          </a:p>
        </p:txBody>
      </p:sp>
    </p:spTree>
    <p:extLst>
      <p:ext uri="{BB962C8B-B14F-4D97-AF65-F5344CB8AC3E}">
        <p14:creationId xmlns:p14="http://schemas.microsoft.com/office/powerpoint/2010/main" val="14139236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95D72-7451-E840-5A1B-B58E26A4B349}"/>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B0F8C9C5-DB3C-759A-1026-4B72D16AD25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DE2625C3-BD66-2002-DF9F-837407F925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B5D75FA6-80E0-61DF-8F61-F9DB821EBA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30</a:t>
            </a:fld>
            <a:endParaRPr lang="en-CA" dirty="0">
              <a:latin typeface="Calibri" pitchFamily="34" charset="0"/>
            </a:endParaRPr>
          </a:p>
        </p:txBody>
      </p:sp>
    </p:spTree>
    <p:extLst>
      <p:ext uri="{BB962C8B-B14F-4D97-AF65-F5344CB8AC3E}">
        <p14:creationId xmlns:p14="http://schemas.microsoft.com/office/powerpoint/2010/main" val="29434386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31</a:t>
            </a:fld>
            <a:endParaRPr lang="en-CA" dirty="0">
              <a:latin typeface="Calibri" pitchFamily="34" charset="0"/>
            </a:endParaRPr>
          </a:p>
        </p:txBody>
      </p:sp>
    </p:spTree>
    <p:extLst>
      <p:ext uri="{BB962C8B-B14F-4D97-AF65-F5344CB8AC3E}">
        <p14:creationId xmlns:p14="http://schemas.microsoft.com/office/powerpoint/2010/main" val="35989206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32</a:t>
            </a:fld>
            <a:endParaRPr lang="en-CA" dirty="0">
              <a:latin typeface="Calibri" pitchFamily="34" charset="0"/>
            </a:endParaRPr>
          </a:p>
        </p:txBody>
      </p:sp>
    </p:spTree>
    <p:extLst>
      <p:ext uri="{BB962C8B-B14F-4D97-AF65-F5344CB8AC3E}">
        <p14:creationId xmlns:p14="http://schemas.microsoft.com/office/powerpoint/2010/main" val="27861185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33</a:t>
            </a:fld>
            <a:endParaRPr lang="en-CA" dirty="0">
              <a:latin typeface="Calibri" pitchFamily="34" charset="0"/>
            </a:endParaRPr>
          </a:p>
        </p:txBody>
      </p:sp>
    </p:spTree>
    <p:extLst>
      <p:ext uri="{BB962C8B-B14F-4D97-AF65-F5344CB8AC3E}">
        <p14:creationId xmlns:p14="http://schemas.microsoft.com/office/powerpoint/2010/main" val="23779004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6B8DB-004C-8549-11DD-28CAFEF114B2}"/>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C2404E46-111E-E2C9-C385-DF99038417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3FF77CD4-F9BD-C3DB-B8EC-C098A4F1A2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25055586-9863-EBDB-FCC5-C688828020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34</a:t>
            </a:fld>
            <a:endParaRPr lang="en-CA" dirty="0">
              <a:latin typeface="Calibri" pitchFamily="34" charset="0"/>
            </a:endParaRPr>
          </a:p>
        </p:txBody>
      </p:sp>
    </p:spTree>
    <p:extLst>
      <p:ext uri="{BB962C8B-B14F-4D97-AF65-F5344CB8AC3E}">
        <p14:creationId xmlns:p14="http://schemas.microsoft.com/office/powerpoint/2010/main" val="26571060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D118C-3857-6AA9-4C0A-D3A76151B459}"/>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F723C893-042F-6541-6EAC-C04E7822F50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48A6DC6A-77F8-E7CB-6232-C4D034AAB70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4416CEED-2D0B-696F-8E2F-16947490700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35</a:t>
            </a:fld>
            <a:endParaRPr lang="en-CA" dirty="0">
              <a:latin typeface="Calibri" pitchFamily="34" charset="0"/>
            </a:endParaRPr>
          </a:p>
        </p:txBody>
      </p:sp>
    </p:spTree>
    <p:extLst>
      <p:ext uri="{BB962C8B-B14F-4D97-AF65-F5344CB8AC3E}">
        <p14:creationId xmlns:p14="http://schemas.microsoft.com/office/powerpoint/2010/main" val="8436324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FAEAA-D6D2-627F-B7DB-183C165AFD64}"/>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E9CFFBB8-D1EB-777B-D846-DFF28EF67B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B1607400-3AA8-02BE-CDAF-4C00965851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9DA02E2D-D098-BEDA-F458-A40A5E2D77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36</a:t>
            </a:fld>
            <a:endParaRPr lang="en-CA" dirty="0">
              <a:latin typeface="Calibri" pitchFamily="34" charset="0"/>
            </a:endParaRPr>
          </a:p>
        </p:txBody>
      </p:sp>
    </p:spTree>
    <p:extLst>
      <p:ext uri="{BB962C8B-B14F-4D97-AF65-F5344CB8AC3E}">
        <p14:creationId xmlns:p14="http://schemas.microsoft.com/office/powerpoint/2010/main" val="12333143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a:defRPr/>
            </a:pPr>
            <a:fld id="{1BAB49F5-4385-4BBB-A8ED-94F91B426A7C}" type="slidenum">
              <a:rPr lang="en-CA" smtClean="0"/>
              <a:pPr>
                <a:defRPr/>
              </a:pPr>
              <a:t>37</a:t>
            </a:fld>
            <a:endParaRPr lang="en-CA" dirty="0"/>
          </a:p>
        </p:txBody>
      </p:sp>
    </p:spTree>
    <p:extLst>
      <p:ext uri="{BB962C8B-B14F-4D97-AF65-F5344CB8AC3E}">
        <p14:creationId xmlns:p14="http://schemas.microsoft.com/office/powerpoint/2010/main" val="20286286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FAEAA-D6D2-627F-B7DB-183C165AFD64}"/>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E9CFFBB8-D1EB-777B-D846-DFF28EF67B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B1607400-3AA8-02BE-CDAF-4C00965851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9DA02E2D-D098-BEDA-F458-A40A5E2D77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38</a:t>
            </a:fld>
            <a:endParaRPr lang="en-CA" dirty="0">
              <a:latin typeface="Calibri" pitchFamily="34" charset="0"/>
            </a:endParaRPr>
          </a:p>
        </p:txBody>
      </p:sp>
    </p:spTree>
    <p:extLst>
      <p:ext uri="{BB962C8B-B14F-4D97-AF65-F5344CB8AC3E}">
        <p14:creationId xmlns:p14="http://schemas.microsoft.com/office/powerpoint/2010/main" val="17624739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F2F61-1405-1FA8-2A94-7BF5D9A9251E}"/>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B44BD520-1C7E-38F4-4F39-10CE4F56A7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1734E6E2-5EEB-7E10-09E2-1EA757CE5A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99EDF71E-D59D-5FCF-609F-813D0DF32A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39</a:t>
            </a:fld>
            <a:endParaRPr lang="en-CA" dirty="0">
              <a:latin typeface="Calibri" pitchFamily="34" charset="0"/>
            </a:endParaRPr>
          </a:p>
        </p:txBody>
      </p:sp>
    </p:spTree>
    <p:extLst>
      <p:ext uri="{BB962C8B-B14F-4D97-AF65-F5344CB8AC3E}">
        <p14:creationId xmlns:p14="http://schemas.microsoft.com/office/powerpoint/2010/main" val="3902482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F2F61-1405-1FA8-2A94-7BF5D9A9251E}"/>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B44BD520-1C7E-38F4-4F39-10CE4F56A7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1734E6E2-5EEB-7E10-09E2-1EA757CE5A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99EDF71E-D59D-5FCF-609F-813D0DF32A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40</a:t>
            </a:fld>
            <a:endParaRPr lang="en-CA" dirty="0">
              <a:latin typeface="Calibri" pitchFamily="34" charset="0"/>
            </a:endParaRPr>
          </a:p>
        </p:txBody>
      </p:sp>
    </p:spTree>
    <p:extLst>
      <p:ext uri="{BB962C8B-B14F-4D97-AF65-F5344CB8AC3E}">
        <p14:creationId xmlns:p14="http://schemas.microsoft.com/office/powerpoint/2010/main" val="22079165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023CD-FE7E-E9CB-FE7F-609203CD0C39}"/>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D4000B27-5DE0-DDEF-AB49-CEE33ABCA0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D76E75B0-1FC8-BC05-B7D9-7CFAA31FC1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332A489A-4FB4-88F8-3053-22529DFD4A2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41</a:t>
            </a:fld>
            <a:endParaRPr lang="en-CA" dirty="0">
              <a:latin typeface="Calibri" pitchFamily="34" charset="0"/>
            </a:endParaRPr>
          </a:p>
        </p:txBody>
      </p:sp>
    </p:spTree>
    <p:extLst>
      <p:ext uri="{BB962C8B-B14F-4D97-AF65-F5344CB8AC3E}">
        <p14:creationId xmlns:p14="http://schemas.microsoft.com/office/powerpoint/2010/main" val="779985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9806F-1B19-CE5C-93EB-0327547E51C8}"/>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ACF83D04-2283-2E49-D9E1-BA4983BE9A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2EBC3BEC-EDC7-BEDC-BC37-514CFC8E05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B5B50453-4679-7243-9F7D-DB290A5B39D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42</a:t>
            </a:fld>
            <a:endParaRPr lang="en-CA" dirty="0">
              <a:latin typeface="Calibri" pitchFamily="34" charset="0"/>
            </a:endParaRPr>
          </a:p>
        </p:txBody>
      </p:sp>
    </p:spTree>
    <p:extLst>
      <p:ext uri="{BB962C8B-B14F-4D97-AF65-F5344CB8AC3E}">
        <p14:creationId xmlns:p14="http://schemas.microsoft.com/office/powerpoint/2010/main" val="37032168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275E4-BF1E-45B5-921A-4D1461CF5121}"/>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FDEC8E61-720A-5AFC-AA76-2C3FAEDAE7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E90C70A-DB0C-B584-A06F-CF33B1F446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D4DEA7D5-A412-8A2B-5AC0-79A31BC569E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43</a:t>
            </a:fld>
            <a:endParaRPr lang="en-CA" dirty="0">
              <a:latin typeface="Calibri" pitchFamily="34" charset="0"/>
            </a:endParaRPr>
          </a:p>
        </p:txBody>
      </p:sp>
    </p:spTree>
    <p:extLst>
      <p:ext uri="{BB962C8B-B14F-4D97-AF65-F5344CB8AC3E}">
        <p14:creationId xmlns:p14="http://schemas.microsoft.com/office/powerpoint/2010/main" val="4030851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67D19-FCC4-A901-F19E-7CD5855089C5}"/>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F577FA8E-6B0F-2632-FC24-171B6BD1B7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84EBA1E5-0BC9-11D2-468E-AB4C56E2BF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D03D9AD9-2447-EC2D-C8BB-32AC48CECFF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44</a:t>
            </a:fld>
            <a:endParaRPr lang="en-CA" dirty="0">
              <a:latin typeface="Calibri" pitchFamily="34" charset="0"/>
            </a:endParaRPr>
          </a:p>
        </p:txBody>
      </p:sp>
    </p:spTree>
    <p:extLst>
      <p:ext uri="{BB962C8B-B14F-4D97-AF65-F5344CB8AC3E}">
        <p14:creationId xmlns:p14="http://schemas.microsoft.com/office/powerpoint/2010/main" val="9738817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4A49B-8069-C54F-D257-A277C879552C}"/>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68E41523-95D0-D7A2-C4D6-B9AF4C5B42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F8F9FD92-FD0D-BD7F-8315-4BAB0FAF56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32B56734-38B4-8E3D-20B0-D196E98EF87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45</a:t>
            </a:fld>
            <a:endParaRPr lang="en-CA" dirty="0">
              <a:latin typeface="Calibri" pitchFamily="34" charset="0"/>
            </a:endParaRPr>
          </a:p>
        </p:txBody>
      </p:sp>
    </p:spTree>
    <p:extLst>
      <p:ext uri="{BB962C8B-B14F-4D97-AF65-F5344CB8AC3E}">
        <p14:creationId xmlns:p14="http://schemas.microsoft.com/office/powerpoint/2010/main" val="26333443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CDD3C-01D2-73C3-1C74-1D1F2169B5DA}"/>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733F4499-D006-7FE6-9095-9D82FB24337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FBD7A3BD-422E-58DC-B014-E544006E43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D5428136-D2FC-7ABC-7AB5-C8CDDC6E3D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46</a:t>
            </a:fld>
            <a:endParaRPr lang="en-CA" dirty="0">
              <a:latin typeface="Calibri" pitchFamily="34" charset="0"/>
            </a:endParaRPr>
          </a:p>
        </p:txBody>
      </p:sp>
    </p:spTree>
    <p:extLst>
      <p:ext uri="{BB962C8B-B14F-4D97-AF65-F5344CB8AC3E}">
        <p14:creationId xmlns:p14="http://schemas.microsoft.com/office/powerpoint/2010/main" val="36281080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47</a:t>
            </a:fld>
            <a:endParaRPr lang="en-CA" dirty="0">
              <a:latin typeface="Calibri" pitchFamily="34" charset="0"/>
            </a:endParaRPr>
          </a:p>
        </p:txBody>
      </p:sp>
    </p:spTree>
    <p:extLst>
      <p:ext uri="{BB962C8B-B14F-4D97-AF65-F5344CB8AC3E}">
        <p14:creationId xmlns:p14="http://schemas.microsoft.com/office/powerpoint/2010/main" val="33192926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6202A-D6E9-C249-B41C-F27ED280FE50}"/>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4E757197-13EF-BF9A-E331-18C85317DD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2004368A-EB1C-3C52-C22A-B03D1B890D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3CFC63B9-B6A5-377D-9B46-9491EE06DF9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48</a:t>
            </a:fld>
            <a:endParaRPr lang="en-CA" dirty="0">
              <a:latin typeface="Calibri" pitchFamily="34" charset="0"/>
            </a:endParaRPr>
          </a:p>
        </p:txBody>
      </p:sp>
    </p:spTree>
    <p:extLst>
      <p:ext uri="{BB962C8B-B14F-4D97-AF65-F5344CB8AC3E}">
        <p14:creationId xmlns:p14="http://schemas.microsoft.com/office/powerpoint/2010/main" val="4416698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B6711-7585-176B-DBBC-F26AC91755EE}"/>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F4700510-B805-88BA-A80B-B5E0EB9A8B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EAA1E156-1AA2-E966-AC31-4ECCDB9EFA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472EC07D-F804-4D71-00EF-F2829EFFAB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49</a:t>
            </a:fld>
            <a:endParaRPr lang="en-CA" dirty="0">
              <a:latin typeface="Calibri" pitchFamily="34" charset="0"/>
            </a:endParaRPr>
          </a:p>
        </p:txBody>
      </p:sp>
    </p:spTree>
    <p:extLst>
      <p:ext uri="{BB962C8B-B14F-4D97-AF65-F5344CB8AC3E}">
        <p14:creationId xmlns:p14="http://schemas.microsoft.com/office/powerpoint/2010/main" val="22074237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B6711-7585-176B-DBBC-F26AC91755EE}"/>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F4700510-B805-88BA-A80B-B5E0EB9A8B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EAA1E156-1AA2-E966-AC31-4ECCDB9EFA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472EC07D-F804-4D71-00EF-F2829EFFAB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50</a:t>
            </a:fld>
            <a:endParaRPr lang="en-CA" dirty="0">
              <a:latin typeface="Calibri" pitchFamily="34" charset="0"/>
            </a:endParaRPr>
          </a:p>
        </p:txBody>
      </p:sp>
    </p:spTree>
    <p:extLst>
      <p:ext uri="{BB962C8B-B14F-4D97-AF65-F5344CB8AC3E}">
        <p14:creationId xmlns:p14="http://schemas.microsoft.com/office/powerpoint/2010/main" val="417728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51</a:t>
            </a:fld>
            <a:endParaRPr lang="en-CA" dirty="0">
              <a:latin typeface="Calibri" pitchFamily="34" charset="0"/>
            </a:endParaRPr>
          </a:p>
        </p:txBody>
      </p:sp>
    </p:spTree>
    <p:extLst>
      <p:ext uri="{BB962C8B-B14F-4D97-AF65-F5344CB8AC3E}">
        <p14:creationId xmlns:p14="http://schemas.microsoft.com/office/powerpoint/2010/main" val="228210795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B6711-7585-176B-DBBC-F26AC91755EE}"/>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F4700510-B805-88BA-A80B-B5E0EB9A8B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EAA1E156-1AA2-E966-AC31-4ECCDB9EFA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472EC07D-F804-4D71-00EF-F2829EFFAB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52</a:t>
            </a:fld>
            <a:endParaRPr lang="en-CA" dirty="0">
              <a:latin typeface="Calibri" pitchFamily="34" charset="0"/>
            </a:endParaRPr>
          </a:p>
        </p:txBody>
      </p:sp>
    </p:spTree>
    <p:extLst>
      <p:ext uri="{BB962C8B-B14F-4D97-AF65-F5344CB8AC3E}">
        <p14:creationId xmlns:p14="http://schemas.microsoft.com/office/powerpoint/2010/main" val="26458338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53</a:t>
            </a:fld>
            <a:endParaRPr lang="en-CA" dirty="0">
              <a:latin typeface="Calibri" pitchFamily="34" charset="0"/>
            </a:endParaRPr>
          </a:p>
        </p:txBody>
      </p:sp>
    </p:spTree>
    <p:extLst>
      <p:ext uri="{BB962C8B-B14F-4D97-AF65-F5344CB8AC3E}">
        <p14:creationId xmlns:p14="http://schemas.microsoft.com/office/powerpoint/2010/main" val="6700967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16540-E10A-16D8-FA2A-1235E521CC98}"/>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9A3B2F46-BDB3-2CDD-DD98-825A9D08D9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A43E2414-0F62-A3C7-DC93-35E269C821C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8B8DD027-79D3-7134-CB5F-DCAD50D621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54</a:t>
            </a:fld>
            <a:endParaRPr lang="en-CA" dirty="0">
              <a:latin typeface="Calibri" pitchFamily="34" charset="0"/>
            </a:endParaRPr>
          </a:p>
        </p:txBody>
      </p:sp>
    </p:spTree>
    <p:extLst>
      <p:ext uri="{BB962C8B-B14F-4D97-AF65-F5344CB8AC3E}">
        <p14:creationId xmlns:p14="http://schemas.microsoft.com/office/powerpoint/2010/main" val="40964442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B2BA2-6390-BBE6-7428-C406D5A13A7A}"/>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E2EFC775-185A-3958-0C66-4368C8C67F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3D9BB25A-C5DF-A629-1D17-4DDA881A5E5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19BB866F-EAF5-E2EB-E2C0-61F93500049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55</a:t>
            </a:fld>
            <a:endParaRPr lang="en-CA" dirty="0">
              <a:latin typeface="Calibri" pitchFamily="34" charset="0"/>
            </a:endParaRPr>
          </a:p>
        </p:txBody>
      </p:sp>
    </p:spTree>
    <p:extLst>
      <p:ext uri="{BB962C8B-B14F-4D97-AF65-F5344CB8AC3E}">
        <p14:creationId xmlns:p14="http://schemas.microsoft.com/office/powerpoint/2010/main" val="19021547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19819-9150-1053-7896-9EAB2B419D71}"/>
            </a:ext>
          </a:extLst>
        </p:cNvPr>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B7630C3F-4CD2-CD82-22B7-CA3814B4D3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EA11B301-9991-EBE1-A387-10E3611829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dirty="0"/>
          </a:p>
        </p:txBody>
      </p:sp>
      <p:sp>
        <p:nvSpPr>
          <p:cNvPr id="37892" name="Slide Number Placeholder 3">
            <a:extLst>
              <a:ext uri="{FF2B5EF4-FFF2-40B4-BE49-F238E27FC236}">
                <a16:creationId xmlns:a16="http://schemas.microsoft.com/office/drawing/2014/main" id="{D521E679-5F42-4453-A346-B1C18C1055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Perpetua" pitchFamily="18" charset="0"/>
              </a:defRPr>
            </a:lvl1pPr>
            <a:lvl2pPr marL="742950" indent="-285750">
              <a:defRPr>
                <a:solidFill>
                  <a:schemeClr val="tx1"/>
                </a:solidFill>
                <a:latin typeface="Perpetua" pitchFamily="18" charset="0"/>
              </a:defRPr>
            </a:lvl2pPr>
            <a:lvl3pPr marL="1143000" indent="-228600">
              <a:defRPr>
                <a:solidFill>
                  <a:schemeClr val="tx1"/>
                </a:solidFill>
                <a:latin typeface="Perpetua" pitchFamily="18" charset="0"/>
              </a:defRPr>
            </a:lvl3pPr>
            <a:lvl4pPr marL="1600200" indent="-228600">
              <a:defRPr>
                <a:solidFill>
                  <a:schemeClr val="tx1"/>
                </a:solidFill>
                <a:latin typeface="Perpetua" pitchFamily="18" charset="0"/>
              </a:defRPr>
            </a:lvl4pPr>
            <a:lvl5pPr marL="2057400" indent="-228600">
              <a:defRPr>
                <a:solidFill>
                  <a:schemeClr val="tx1"/>
                </a:solidFill>
                <a:latin typeface="Perpetua" pitchFamily="18" charset="0"/>
              </a:defRPr>
            </a:lvl5pPr>
            <a:lvl6pPr marL="2514600" indent="-228600" fontAlgn="base">
              <a:spcBef>
                <a:spcPct val="0"/>
              </a:spcBef>
              <a:spcAft>
                <a:spcPct val="0"/>
              </a:spcAft>
              <a:defRPr>
                <a:solidFill>
                  <a:schemeClr val="tx1"/>
                </a:solidFill>
                <a:latin typeface="Perpetua" pitchFamily="18" charset="0"/>
              </a:defRPr>
            </a:lvl6pPr>
            <a:lvl7pPr marL="2971800" indent="-228600" fontAlgn="base">
              <a:spcBef>
                <a:spcPct val="0"/>
              </a:spcBef>
              <a:spcAft>
                <a:spcPct val="0"/>
              </a:spcAft>
              <a:defRPr>
                <a:solidFill>
                  <a:schemeClr val="tx1"/>
                </a:solidFill>
                <a:latin typeface="Perpetua" pitchFamily="18" charset="0"/>
              </a:defRPr>
            </a:lvl7pPr>
            <a:lvl8pPr marL="3429000" indent="-228600" fontAlgn="base">
              <a:spcBef>
                <a:spcPct val="0"/>
              </a:spcBef>
              <a:spcAft>
                <a:spcPct val="0"/>
              </a:spcAft>
              <a:defRPr>
                <a:solidFill>
                  <a:schemeClr val="tx1"/>
                </a:solidFill>
                <a:latin typeface="Perpetua" pitchFamily="18" charset="0"/>
              </a:defRPr>
            </a:lvl8pPr>
            <a:lvl9pPr marL="3886200" indent="-228600" fontAlgn="base">
              <a:spcBef>
                <a:spcPct val="0"/>
              </a:spcBef>
              <a:spcAft>
                <a:spcPct val="0"/>
              </a:spcAft>
              <a:defRPr>
                <a:solidFill>
                  <a:schemeClr val="tx1"/>
                </a:solidFill>
                <a:latin typeface="Perpetua" pitchFamily="18" charset="0"/>
              </a:defRPr>
            </a:lvl9pPr>
          </a:lstStyle>
          <a:p>
            <a:pPr fontAlgn="base">
              <a:spcBef>
                <a:spcPct val="0"/>
              </a:spcBef>
              <a:spcAft>
                <a:spcPct val="0"/>
              </a:spcAft>
            </a:pPr>
            <a:fld id="{2EF2CE19-9345-402C-9EE1-C3D5FF878096}" type="slidenum">
              <a:rPr lang="en-CA">
                <a:latin typeface="Calibri" pitchFamily="34" charset="0"/>
              </a:rPr>
              <a:pPr fontAlgn="base">
                <a:spcBef>
                  <a:spcPct val="0"/>
                </a:spcBef>
                <a:spcAft>
                  <a:spcPct val="0"/>
                </a:spcAft>
              </a:pPr>
              <a:t>56</a:t>
            </a:fld>
            <a:endParaRPr lang="en-CA" dirty="0">
              <a:latin typeface="Calibri" pitchFamily="34" charset="0"/>
            </a:endParaRPr>
          </a:p>
        </p:txBody>
      </p:sp>
    </p:spTree>
    <p:extLst>
      <p:ext uri="{BB962C8B-B14F-4D97-AF65-F5344CB8AC3E}">
        <p14:creationId xmlns:p14="http://schemas.microsoft.com/office/powerpoint/2010/main" val="1528213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p:cNvSpPr>
            <a:spLocks noGrp="1"/>
          </p:cNvSpPr>
          <p:nvPr>
            <p:ph type="dt" sz="half" idx="10"/>
          </p:nvPr>
        </p:nvSpPr>
        <p:spPr/>
        <p:txBody>
          <a:bodyPr/>
          <a:lstStyle>
            <a:lvl1pPr>
              <a:defRPr/>
            </a:lvl1pPr>
          </a:lstStyle>
          <a:p>
            <a:pPr>
              <a:defRPr/>
            </a:pPr>
            <a:fld id="{FCBDEFEC-3EDD-4197-980A-88F9D9FC3C4C}" type="datetime9">
              <a:rPr lang="en-US" smtClean="0"/>
              <a:t>10/25/2024 2:01:27 PM</a:t>
            </a:fld>
            <a:endParaRPr lang="en-CA"/>
          </a:p>
        </p:txBody>
      </p:sp>
      <p:sp>
        <p:nvSpPr>
          <p:cNvPr id="12" name="Footer Placeholder 16"/>
          <p:cNvSpPr>
            <a:spLocks noGrp="1"/>
          </p:cNvSpPr>
          <p:nvPr>
            <p:ph type="ftr" sz="quarter" idx="11"/>
          </p:nvPr>
        </p:nvSpPr>
        <p:spPr/>
        <p:txBody>
          <a:bodyPr/>
          <a:lstStyle>
            <a:lvl1pPr>
              <a:defRPr/>
            </a:lvl1pPr>
          </a:lstStyle>
          <a:p>
            <a:pPr>
              <a:defRPr/>
            </a:pPr>
            <a:r>
              <a:rPr lang="it-IT"/>
              <a:t>2024-10-31 SWIP</a:t>
            </a:r>
            <a:endParaRPr lang="en-CA"/>
          </a:p>
        </p:txBody>
      </p:sp>
      <p:sp>
        <p:nvSpPr>
          <p:cNvPr id="13" name="Slide Number Placeholder 28"/>
          <p:cNvSpPr>
            <a:spLocks noGrp="1"/>
          </p:cNvSpPr>
          <p:nvPr>
            <p:ph type="sldNum" sz="quarter" idx="12"/>
          </p:nvPr>
        </p:nvSpPr>
        <p:spPr/>
        <p:txBody>
          <a:bodyPr/>
          <a:lstStyle>
            <a:lvl1pPr>
              <a:defRPr sz="1400" smtClean="0">
                <a:solidFill>
                  <a:srgbClr val="FFFFFF"/>
                </a:solidFill>
              </a:defRPr>
            </a:lvl1pPr>
          </a:lstStyle>
          <a:p>
            <a:pPr>
              <a:defRPr/>
            </a:pPr>
            <a:fld id="{F940F788-6A73-4ACF-B8BC-524962F3A2C2}" type="slidenum">
              <a:rPr lang="en-CA"/>
              <a:pPr>
                <a:defRPr/>
              </a:pPr>
              <a:t>‹#›</a:t>
            </a:fld>
            <a:endParaRPr lang="en-CA"/>
          </a:p>
        </p:txBody>
      </p:sp>
    </p:spTree>
    <p:extLst>
      <p:ext uri="{BB962C8B-B14F-4D97-AF65-F5344CB8AC3E}">
        <p14:creationId xmlns:p14="http://schemas.microsoft.com/office/powerpoint/2010/main" val="2086676285"/>
      </p:ext>
    </p:extLst>
  </p:cSld>
  <p:clrMapOvr>
    <a:masterClrMapping/>
  </p:clrMapOvr>
  <p:transition>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lvl1pPr>
              <a:buClrTx/>
              <a:defRPr/>
            </a:lvl1pPr>
            <a:lvl2pPr>
              <a:buClrTx/>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p:cNvSpPr>
            <a:spLocks noGrp="1"/>
          </p:cNvSpPr>
          <p:nvPr>
            <p:ph type="dt" sz="half" idx="10"/>
          </p:nvPr>
        </p:nvSpPr>
        <p:spPr/>
        <p:txBody>
          <a:bodyPr/>
          <a:lstStyle>
            <a:lvl1pPr>
              <a:defRPr>
                <a:solidFill>
                  <a:schemeClr val="bg1"/>
                </a:solidFill>
              </a:defRPr>
            </a:lvl1pPr>
          </a:lstStyle>
          <a:p>
            <a:pPr>
              <a:defRPr/>
            </a:pPr>
            <a:fld id="{A6770F2E-5344-486B-93EF-09A872FD27C8}" type="datetime9">
              <a:rPr lang="en-US" smtClean="0"/>
              <a:t>10/25/2024 2:01:27 PM</a:t>
            </a:fld>
            <a:endParaRPr lang="en-CA" dirty="0"/>
          </a:p>
        </p:txBody>
      </p:sp>
      <p:sp>
        <p:nvSpPr>
          <p:cNvPr id="5" name="Footer Placeholder 2"/>
          <p:cNvSpPr>
            <a:spLocks noGrp="1"/>
          </p:cNvSpPr>
          <p:nvPr>
            <p:ph type="ftr" sz="quarter" idx="11"/>
          </p:nvPr>
        </p:nvSpPr>
        <p:spPr/>
        <p:txBody>
          <a:bodyPr/>
          <a:lstStyle>
            <a:lvl1pPr>
              <a:defRPr>
                <a:solidFill>
                  <a:schemeClr val="bg1"/>
                </a:solidFill>
              </a:defRPr>
            </a:lvl1pPr>
          </a:lstStyle>
          <a:p>
            <a:pPr>
              <a:defRPr/>
            </a:pPr>
            <a:r>
              <a:rPr lang="it-IT"/>
              <a:t>2024-10-31 SWIP</a:t>
            </a:r>
            <a:endParaRPr lang="en-CA" dirty="0"/>
          </a:p>
        </p:txBody>
      </p:sp>
      <p:sp>
        <p:nvSpPr>
          <p:cNvPr id="6" name="Slide Number Placeholder 22"/>
          <p:cNvSpPr>
            <a:spLocks noGrp="1"/>
          </p:cNvSpPr>
          <p:nvPr>
            <p:ph type="sldNum" sz="quarter" idx="12"/>
          </p:nvPr>
        </p:nvSpPr>
        <p:spPr>
          <a:noFill/>
        </p:spPr>
        <p:txBody>
          <a:bodyPr/>
          <a:lstStyle>
            <a:lvl1pPr>
              <a:defRPr baseline="0"/>
            </a:lvl1pPr>
          </a:lstStyle>
          <a:p>
            <a:pPr>
              <a:defRPr/>
            </a:pPr>
            <a:fld id="{18598880-23BB-4E77-BAE4-1716EE602DAD}" type="slidenum">
              <a:rPr lang="en-CA" smtClean="0"/>
              <a:pPr>
                <a:defRPr/>
              </a:pPr>
              <a:t>‹#›</a:t>
            </a:fld>
            <a:endParaRPr lang="en-CA" dirty="0"/>
          </a:p>
        </p:txBody>
      </p:sp>
    </p:spTree>
    <p:extLst>
      <p:ext uri="{BB962C8B-B14F-4D97-AF65-F5344CB8AC3E}">
        <p14:creationId xmlns:p14="http://schemas.microsoft.com/office/powerpoint/2010/main" val="3482839395"/>
      </p:ext>
    </p:extLst>
  </p:cSld>
  <p:clrMapOvr>
    <a:masterClrMapping/>
  </p:clrMapOvr>
  <p:transition>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p:cNvSpPr>
            <a:spLocks noGrp="1"/>
          </p:cNvSpPr>
          <p:nvPr>
            <p:ph type="dt" sz="half" idx="10"/>
          </p:nvPr>
        </p:nvSpPr>
        <p:spPr/>
        <p:txBody>
          <a:bodyPr/>
          <a:lstStyle>
            <a:lvl1pPr>
              <a:defRPr/>
            </a:lvl1pPr>
          </a:lstStyle>
          <a:p>
            <a:pPr>
              <a:defRPr/>
            </a:pPr>
            <a:fld id="{A21C9FB3-F1F3-4360-9D34-C32883A4734B}" type="datetime9">
              <a:rPr lang="en-US" smtClean="0"/>
              <a:t>10/25/2024 2:01:27 PM</a:t>
            </a:fld>
            <a:endParaRPr lang="en-CA"/>
          </a:p>
        </p:txBody>
      </p:sp>
      <p:sp>
        <p:nvSpPr>
          <p:cNvPr id="10" name="Footer Placeholder 4"/>
          <p:cNvSpPr>
            <a:spLocks noGrp="1"/>
          </p:cNvSpPr>
          <p:nvPr>
            <p:ph type="ftr" sz="quarter" idx="11"/>
          </p:nvPr>
        </p:nvSpPr>
        <p:spPr>
          <a:xfrm>
            <a:off x="800100" y="6172200"/>
            <a:ext cx="4000500" cy="457200"/>
          </a:xfrm>
        </p:spPr>
        <p:txBody>
          <a:bodyPr/>
          <a:lstStyle>
            <a:lvl1pPr>
              <a:defRPr/>
            </a:lvl1pPr>
          </a:lstStyle>
          <a:p>
            <a:pPr>
              <a:defRPr/>
            </a:pPr>
            <a:r>
              <a:rPr lang="it-IT"/>
              <a:t>2024-10-31 SWIP</a:t>
            </a:r>
            <a:endParaRPr lang="en-CA"/>
          </a:p>
        </p:txBody>
      </p:sp>
      <p:sp>
        <p:nvSpPr>
          <p:cNvPr id="11" name="Slide Number Placeholder 5"/>
          <p:cNvSpPr>
            <a:spLocks noGrp="1"/>
          </p:cNvSpPr>
          <p:nvPr>
            <p:ph type="sldNum" sz="quarter" idx="12"/>
          </p:nvPr>
        </p:nvSpPr>
        <p:spPr>
          <a:xfrm>
            <a:off x="146050" y="6208713"/>
            <a:ext cx="457200" cy="457200"/>
          </a:xfrm>
        </p:spPr>
        <p:txBody>
          <a:bodyPr/>
          <a:lstStyle>
            <a:lvl1pPr>
              <a:defRPr/>
            </a:lvl1pPr>
          </a:lstStyle>
          <a:p>
            <a:pPr>
              <a:defRPr/>
            </a:pPr>
            <a:fld id="{5AA72EC9-A686-4058-A09A-73EFA85A0C13}" type="slidenum">
              <a:rPr lang="en-CA"/>
              <a:pPr>
                <a:defRPr/>
              </a:pPr>
              <a:t>‹#›</a:t>
            </a:fld>
            <a:endParaRPr lang="en-CA"/>
          </a:p>
        </p:txBody>
      </p:sp>
    </p:spTree>
    <p:extLst>
      <p:ext uri="{BB962C8B-B14F-4D97-AF65-F5344CB8AC3E}">
        <p14:creationId xmlns:p14="http://schemas.microsoft.com/office/powerpoint/2010/main" val="1191611950"/>
      </p:ext>
    </p:extLst>
  </p:cSld>
  <p:clrMapOvr>
    <a:masterClrMapping/>
  </p:clrMapOvr>
  <p:transition>
    <p:cu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CD22E65C-D6B0-40A3-B8F1-5D7ADA086703}" type="datetime9">
              <a:rPr lang="en-US" smtClean="0"/>
              <a:t>10/25/2024 2:01:27 PM</a:t>
            </a:fld>
            <a:endParaRPr lang="en-CA"/>
          </a:p>
        </p:txBody>
      </p:sp>
      <p:sp>
        <p:nvSpPr>
          <p:cNvPr id="6" name="Footer Placeholder 2"/>
          <p:cNvSpPr>
            <a:spLocks noGrp="1"/>
          </p:cNvSpPr>
          <p:nvPr>
            <p:ph type="ftr" sz="quarter" idx="11"/>
          </p:nvPr>
        </p:nvSpPr>
        <p:spPr/>
        <p:txBody>
          <a:bodyPr/>
          <a:lstStyle>
            <a:lvl1pPr>
              <a:defRPr/>
            </a:lvl1pPr>
          </a:lstStyle>
          <a:p>
            <a:pPr>
              <a:defRPr/>
            </a:pPr>
            <a:r>
              <a:rPr lang="it-IT"/>
              <a:t>2024-10-31 SWIP</a:t>
            </a:r>
            <a:endParaRPr lang="en-CA"/>
          </a:p>
        </p:txBody>
      </p:sp>
      <p:sp>
        <p:nvSpPr>
          <p:cNvPr id="7" name="Slide Number Placeholder 22"/>
          <p:cNvSpPr>
            <a:spLocks noGrp="1"/>
          </p:cNvSpPr>
          <p:nvPr>
            <p:ph type="sldNum" sz="quarter" idx="12"/>
          </p:nvPr>
        </p:nvSpPr>
        <p:spPr/>
        <p:txBody>
          <a:bodyPr/>
          <a:lstStyle>
            <a:lvl1pPr>
              <a:defRPr/>
            </a:lvl1pPr>
          </a:lstStyle>
          <a:p>
            <a:pPr>
              <a:defRPr/>
            </a:pPr>
            <a:fld id="{21287995-249D-42F0-AC76-B13504D95126}" type="slidenum">
              <a:rPr lang="en-CA"/>
              <a:pPr>
                <a:defRPr/>
              </a:pPr>
              <a:t>‹#›</a:t>
            </a:fld>
            <a:endParaRPr lang="en-CA"/>
          </a:p>
        </p:txBody>
      </p:sp>
    </p:spTree>
    <p:extLst>
      <p:ext uri="{BB962C8B-B14F-4D97-AF65-F5344CB8AC3E}">
        <p14:creationId xmlns:p14="http://schemas.microsoft.com/office/powerpoint/2010/main" val="2046714622"/>
      </p:ext>
    </p:extLst>
  </p:cSld>
  <p:clrMapOvr>
    <a:masterClrMapping/>
  </p:clrMapOvr>
  <p:transition>
    <p:cu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pPr>
              <a:defRPr/>
            </a:pPr>
            <a:fld id="{9AD2E687-CD48-4D99-912E-3D64C133202B}" type="datetime9">
              <a:rPr lang="en-US" smtClean="0"/>
              <a:t>10/25/2024 2:01:27 PM</a:t>
            </a:fld>
            <a:endParaRPr lang="en-CA"/>
          </a:p>
        </p:txBody>
      </p:sp>
      <p:sp>
        <p:nvSpPr>
          <p:cNvPr id="8" name="Footer Placeholder 2"/>
          <p:cNvSpPr>
            <a:spLocks noGrp="1"/>
          </p:cNvSpPr>
          <p:nvPr>
            <p:ph type="ftr" sz="quarter" idx="11"/>
          </p:nvPr>
        </p:nvSpPr>
        <p:spPr/>
        <p:txBody>
          <a:bodyPr/>
          <a:lstStyle>
            <a:lvl1pPr>
              <a:defRPr/>
            </a:lvl1pPr>
          </a:lstStyle>
          <a:p>
            <a:pPr>
              <a:defRPr/>
            </a:pPr>
            <a:r>
              <a:rPr lang="it-IT"/>
              <a:t>2024-10-31 SWIP</a:t>
            </a:r>
            <a:endParaRPr lang="en-CA"/>
          </a:p>
        </p:txBody>
      </p:sp>
      <p:sp>
        <p:nvSpPr>
          <p:cNvPr id="9" name="Slide Number Placeholder 22"/>
          <p:cNvSpPr>
            <a:spLocks noGrp="1"/>
          </p:cNvSpPr>
          <p:nvPr>
            <p:ph type="sldNum" sz="quarter" idx="12"/>
          </p:nvPr>
        </p:nvSpPr>
        <p:spPr/>
        <p:txBody>
          <a:bodyPr/>
          <a:lstStyle>
            <a:lvl1pPr>
              <a:defRPr/>
            </a:lvl1pPr>
          </a:lstStyle>
          <a:p>
            <a:pPr>
              <a:defRPr/>
            </a:pPr>
            <a:fld id="{C8DC43A0-9CA0-4432-812A-D30C365D9E09}" type="slidenum">
              <a:rPr lang="en-CA"/>
              <a:pPr>
                <a:defRPr/>
              </a:pPr>
              <a:t>‹#›</a:t>
            </a:fld>
            <a:endParaRPr lang="en-CA"/>
          </a:p>
        </p:txBody>
      </p:sp>
    </p:spTree>
    <p:extLst>
      <p:ext uri="{BB962C8B-B14F-4D97-AF65-F5344CB8AC3E}">
        <p14:creationId xmlns:p14="http://schemas.microsoft.com/office/powerpoint/2010/main" val="2173234497"/>
      </p:ext>
    </p:extLst>
  </p:cSld>
  <p:clrMapOvr>
    <a:masterClrMapping/>
  </p:clrMapOvr>
  <p:transition>
    <p:cu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fld id="{D4D8EC68-43AC-48C0-A992-A4FA9C90736C}" type="datetime9">
              <a:rPr lang="en-US" smtClean="0"/>
              <a:t>10/25/2024 2:01:27 PM</a:t>
            </a:fld>
            <a:endParaRPr lang="en-CA"/>
          </a:p>
        </p:txBody>
      </p:sp>
      <p:sp>
        <p:nvSpPr>
          <p:cNvPr id="4" name="Footer Placeholder 2"/>
          <p:cNvSpPr>
            <a:spLocks noGrp="1"/>
          </p:cNvSpPr>
          <p:nvPr>
            <p:ph type="ftr" sz="quarter" idx="11"/>
          </p:nvPr>
        </p:nvSpPr>
        <p:spPr/>
        <p:txBody>
          <a:bodyPr/>
          <a:lstStyle>
            <a:lvl1pPr>
              <a:defRPr/>
            </a:lvl1pPr>
          </a:lstStyle>
          <a:p>
            <a:pPr>
              <a:defRPr/>
            </a:pPr>
            <a:r>
              <a:rPr lang="it-IT"/>
              <a:t>2024-10-31 SWIP</a:t>
            </a:r>
            <a:endParaRPr lang="en-CA"/>
          </a:p>
        </p:txBody>
      </p:sp>
      <p:sp>
        <p:nvSpPr>
          <p:cNvPr id="5" name="Slide Number Placeholder 22"/>
          <p:cNvSpPr>
            <a:spLocks noGrp="1"/>
          </p:cNvSpPr>
          <p:nvPr>
            <p:ph type="sldNum" sz="quarter" idx="12"/>
          </p:nvPr>
        </p:nvSpPr>
        <p:spPr/>
        <p:txBody>
          <a:bodyPr/>
          <a:lstStyle>
            <a:lvl1pPr>
              <a:defRPr/>
            </a:lvl1pPr>
          </a:lstStyle>
          <a:p>
            <a:pPr>
              <a:defRPr/>
            </a:pPr>
            <a:fld id="{EACD8727-D393-4CBA-8F8C-40F546B1CF39}" type="slidenum">
              <a:rPr lang="en-CA"/>
              <a:pPr>
                <a:defRPr/>
              </a:pPr>
              <a:t>‹#›</a:t>
            </a:fld>
            <a:endParaRPr lang="en-CA"/>
          </a:p>
        </p:txBody>
      </p:sp>
    </p:spTree>
    <p:extLst>
      <p:ext uri="{BB962C8B-B14F-4D97-AF65-F5344CB8AC3E}">
        <p14:creationId xmlns:p14="http://schemas.microsoft.com/office/powerpoint/2010/main" val="1753914483"/>
      </p:ext>
    </p:extLst>
  </p:cSld>
  <p:clrMapOvr>
    <a:masterClrMapping/>
  </p:clrMapOvr>
  <p:transition>
    <p:cu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C8EBC56E-2B6B-406C-AE23-9A0DE9FD1663}" type="datetime9">
              <a:rPr lang="en-US" smtClean="0"/>
              <a:t>10/25/2024 2:01:27 PM</a:t>
            </a:fld>
            <a:endParaRPr lang="en-CA"/>
          </a:p>
        </p:txBody>
      </p:sp>
      <p:sp>
        <p:nvSpPr>
          <p:cNvPr id="3" name="Footer Placeholder 2"/>
          <p:cNvSpPr>
            <a:spLocks noGrp="1"/>
          </p:cNvSpPr>
          <p:nvPr>
            <p:ph type="ftr" sz="quarter" idx="11"/>
          </p:nvPr>
        </p:nvSpPr>
        <p:spPr/>
        <p:txBody>
          <a:bodyPr/>
          <a:lstStyle>
            <a:lvl1pPr>
              <a:defRPr/>
            </a:lvl1pPr>
          </a:lstStyle>
          <a:p>
            <a:pPr>
              <a:defRPr/>
            </a:pPr>
            <a:r>
              <a:rPr lang="it-IT"/>
              <a:t>2024-10-31 SWIP</a:t>
            </a:r>
            <a:endParaRPr lang="en-CA"/>
          </a:p>
        </p:txBody>
      </p:sp>
      <p:sp>
        <p:nvSpPr>
          <p:cNvPr id="4" name="Slide Number Placeholder 22"/>
          <p:cNvSpPr>
            <a:spLocks noGrp="1"/>
          </p:cNvSpPr>
          <p:nvPr>
            <p:ph type="sldNum" sz="quarter" idx="12"/>
          </p:nvPr>
        </p:nvSpPr>
        <p:spPr/>
        <p:txBody>
          <a:bodyPr/>
          <a:lstStyle>
            <a:lvl1pPr>
              <a:defRPr/>
            </a:lvl1pPr>
          </a:lstStyle>
          <a:p>
            <a:pPr>
              <a:defRPr/>
            </a:pPr>
            <a:fld id="{6945BBCA-DD3E-4EF5-AE1E-0475F37D7106}" type="slidenum">
              <a:rPr lang="en-CA"/>
              <a:pPr>
                <a:defRPr/>
              </a:pPr>
              <a:t>‹#›</a:t>
            </a:fld>
            <a:endParaRPr lang="en-CA"/>
          </a:p>
        </p:txBody>
      </p:sp>
    </p:spTree>
    <p:extLst>
      <p:ext uri="{BB962C8B-B14F-4D97-AF65-F5344CB8AC3E}">
        <p14:creationId xmlns:p14="http://schemas.microsoft.com/office/powerpoint/2010/main" val="3263579779"/>
      </p:ext>
    </p:extLst>
  </p:cSld>
  <p:clrMapOvr>
    <a:masterClrMapping/>
  </p:clrMapOvr>
  <p:transition>
    <p:cu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6" name="Rounded Rectangle 5"/>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89515A6C-9202-4300-8C86-6BB02F744E37}" type="datetime9">
              <a:rPr lang="en-US" smtClean="0"/>
              <a:t>10/25/2024 2:01:27 PM</a:t>
            </a:fld>
            <a:endParaRPr lang="en-CA"/>
          </a:p>
        </p:txBody>
      </p:sp>
      <p:sp>
        <p:nvSpPr>
          <p:cNvPr id="8" name="Footer Placeholder 5"/>
          <p:cNvSpPr>
            <a:spLocks noGrp="1"/>
          </p:cNvSpPr>
          <p:nvPr>
            <p:ph type="ftr" sz="quarter" idx="11"/>
          </p:nvPr>
        </p:nvSpPr>
        <p:spPr/>
        <p:txBody>
          <a:bodyPr/>
          <a:lstStyle>
            <a:lvl1pPr>
              <a:defRPr/>
            </a:lvl1pPr>
          </a:lstStyle>
          <a:p>
            <a:pPr>
              <a:defRPr/>
            </a:pPr>
            <a:r>
              <a:rPr lang="it-IT"/>
              <a:t>2024-10-31 SWIP</a:t>
            </a:r>
            <a:endParaRPr lang="en-CA"/>
          </a:p>
        </p:txBody>
      </p:sp>
      <p:sp>
        <p:nvSpPr>
          <p:cNvPr id="9" name="Slide Number Placeholder 6"/>
          <p:cNvSpPr>
            <a:spLocks noGrp="1"/>
          </p:cNvSpPr>
          <p:nvPr>
            <p:ph type="sldNum" sz="quarter" idx="12"/>
          </p:nvPr>
        </p:nvSpPr>
        <p:spPr/>
        <p:txBody>
          <a:bodyPr/>
          <a:lstStyle>
            <a:lvl1pPr>
              <a:defRPr/>
            </a:lvl1pPr>
          </a:lstStyle>
          <a:p>
            <a:pPr>
              <a:defRPr/>
            </a:pPr>
            <a:fld id="{5B8DAD27-7313-433E-8D51-6F6C54BD7B5A}" type="slidenum">
              <a:rPr lang="en-CA"/>
              <a:pPr>
                <a:defRPr/>
              </a:pPr>
              <a:t>‹#›</a:t>
            </a:fld>
            <a:endParaRPr lang="en-CA"/>
          </a:p>
        </p:txBody>
      </p:sp>
    </p:spTree>
    <p:extLst>
      <p:ext uri="{BB962C8B-B14F-4D97-AF65-F5344CB8AC3E}">
        <p14:creationId xmlns:p14="http://schemas.microsoft.com/office/powerpoint/2010/main" val="3379796012"/>
      </p:ext>
    </p:extLst>
  </p:cSld>
  <p:clrMapOvr>
    <a:masterClrMapping/>
  </p:clrMapOvr>
  <p:transition>
    <p:cu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p:cNvSpPr>
            <a:spLocks noGrp="1"/>
          </p:cNvSpPr>
          <p:nvPr>
            <p:ph type="dt" sz="half" idx="10"/>
          </p:nvPr>
        </p:nvSpPr>
        <p:spPr/>
        <p:txBody>
          <a:bodyPr/>
          <a:lstStyle>
            <a:lvl1pPr>
              <a:defRPr/>
            </a:lvl1pPr>
          </a:lstStyle>
          <a:p>
            <a:pPr>
              <a:defRPr/>
            </a:pPr>
            <a:fld id="{B61BAA8B-0B29-4CA2-B938-45FD624F5972}" type="datetime9">
              <a:rPr lang="en-US" smtClean="0"/>
              <a:t>10/25/2024 2:01:27 PM</a:t>
            </a:fld>
            <a:endParaRPr lang="en-CA"/>
          </a:p>
        </p:txBody>
      </p:sp>
      <p:sp>
        <p:nvSpPr>
          <p:cNvPr id="9" name="Footer Placeholder 5"/>
          <p:cNvSpPr>
            <a:spLocks noGrp="1"/>
          </p:cNvSpPr>
          <p:nvPr>
            <p:ph type="ftr" sz="quarter" idx="11"/>
          </p:nvPr>
        </p:nvSpPr>
        <p:spPr>
          <a:xfrm>
            <a:off x="914400" y="6172200"/>
            <a:ext cx="3886200" cy="457200"/>
          </a:xfrm>
        </p:spPr>
        <p:txBody>
          <a:bodyPr/>
          <a:lstStyle>
            <a:lvl1pPr>
              <a:defRPr/>
            </a:lvl1pPr>
          </a:lstStyle>
          <a:p>
            <a:pPr>
              <a:defRPr/>
            </a:pPr>
            <a:r>
              <a:rPr lang="it-IT"/>
              <a:t>2024-10-31 SWIP</a:t>
            </a:r>
            <a:endParaRPr lang="en-CA"/>
          </a:p>
        </p:txBody>
      </p:sp>
      <p:sp>
        <p:nvSpPr>
          <p:cNvPr id="10" name="Slide Number Placeholder 6"/>
          <p:cNvSpPr>
            <a:spLocks noGrp="1"/>
          </p:cNvSpPr>
          <p:nvPr>
            <p:ph type="sldNum" sz="quarter" idx="12"/>
          </p:nvPr>
        </p:nvSpPr>
        <p:spPr>
          <a:xfrm>
            <a:off x="146050" y="6208713"/>
            <a:ext cx="457200" cy="457200"/>
          </a:xfrm>
        </p:spPr>
        <p:txBody>
          <a:bodyPr/>
          <a:lstStyle>
            <a:lvl1pPr>
              <a:defRPr/>
            </a:lvl1pPr>
          </a:lstStyle>
          <a:p>
            <a:pPr>
              <a:defRPr/>
            </a:pPr>
            <a:fld id="{B4E1DD71-5366-43B0-9B26-B5C7D7C83B94}" type="slidenum">
              <a:rPr lang="en-CA"/>
              <a:pPr>
                <a:defRPr/>
              </a:pPr>
              <a:t>‹#›</a:t>
            </a:fld>
            <a:endParaRPr lang="en-CA"/>
          </a:p>
        </p:txBody>
      </p:sp>
    </p:spTree>
    <p:extLst>
      <p:ext uri="{BB962C8B-B14F-4D97-AF65-F5344CB8AC3E}">
        <p14:creationId xmlns:p14="http://schemas.microsoft.com/office/powerpoint/2010/main" val="2119888303"/>
      </p:ext>
    </p:extLst>
  </p:cSld>
  <p:clrMapOvr>
    <a:masterClrMapping/>
  </p:clrMapOvr>
  <p:transition>
    <p:cu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07FE90F7-B496-4394-B0CC-ACDEEE34FC0F}" type="datetime9">
              <a:rPr lang="en-US" smtClean="0"/>
              <a:t>10/25/2024 2:01:27 PM</a:t>
            </a:fld>
            <a:endParaRPr lang="en-CA"/>
          </a:p>
        </p:txBody>
      </p:sp>
      <p:sp>
        <p:nvSpPr>
          <p:cNvPr id="5" name="Footer Placeholder 2"/>
          <p:cNvSpPr>
            <a:spLocks noGrp="1"/>
          </p:cNvSpPr>
          <p:nvPr>
            <p:ph type="ftr" sz="quarter" idx="11"/>
          </p:nvPr>
        </p:nvSpPr>
        <p:spPr/>
        <p:txBody>
          <a:bodyPr/>
          <a:lstStyle>
            <a:lvl1pPr>
              <a:defRPr/>
            </a:lvl1pPr>
          </a:lstStyle>
          <a:p>
            <a:pPr>
              <a:defRPr/>
            </a:pPr>
            <a:r>
              <a:rPr lang="it-IT"/>
              <a:t>2024-10-31 SWIP</a:t>
            </a:r>
            <a:endParaRPr lang="en-CA"/>
          </a:p>
        </p:txBody>
      </p:sp>
      <p:sp>
        <p:nvSpPr>
          <p:cNvPr id="6" name="Slide Number Placeholder 22"/>
          <p:cNvSpPr>
            <a:spLocks noGrp="1"/>
          </p:cNvSpPr>
          <p:nvPr>
            <p:ph type="sldNum" sz="quarter" idx="12"/>
          </p:nvPr>
        </p:nvSpPr>
        <p:spPr/>
        <p:txBody>
          <a:bodyPr/>
          <a:lstStyle>
            <a:lvl1pPr>
              <a:defRPr/>
            </a:lvl1pPr>
          </a:lstStyle>
          <a:p>
            <a:pPr>
              <a:defRPr/>
            </a:pPr>
            <a:fld id="{AD31C6DB-69A1-4140-95F3-E5B93F5E3A10}" type="slidenum">
              <a:rPr lang="en-CA"/>
              <a:pPr>
                <a:defRPr/>
              </a:pPr>
              <a:t>‹#›</a:t>
            </a:fld>
            <a:endParaRPr lang="en-CA"/>
          </a:p>
        </p:txBody>
      </p:sp>
    </p:spTree>
    <p:extLst>
      <p:ext uri="{BB962C8B-B14F-4D97-AF65-F5344CB8AC3E}">
        <p14:creationId xmlns:p14="http://schemas.microsoft.com/office/powerpoint/2010/main" val="3817597702"/>
      </p:ext>
    </p:extLst>
  </p:cSld>
  <p:clrMapOvr>
    <a:masterClrMapping/>
  </p:clrMapOvr>
  <p:transition>
    <p:cu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DC3878AD-6DC0-4B53-89D9-B2E120A5BD17}" type="datetime9">
              <a:rPr lang="en-US" smtClean="0"/>
              <a:t>10/25/2024 2:01:27 PM</a:t>
            </a:fld>
            <a:endParaRPr lang="en-CA"/>
          </a:p>
        </p:txBody>
      </p:sp>
      <p:sp>
        <p:nvSpPr>
          <p:cNvPr id="5" name="Footer Placeholder 2"/>
          <p:cNvSpPr>
            <a:spLocks noGrp="1"/>
          </p:cNvSpPr>
          <p:nvPr>
            <p:ph type="ftr" sz="quarter" idx="11"/>
          </p:nvPr>
        </p:nvSpPr>
        <p:spPr/>
        <p:txBody>
          <a:bodyPr/>
          <a:lstStyle>
            <a:lvl1pPr>
              <a:defRPr/>
            </a:lvl1pPr>
          </a:lstStyle>
          <a:p>
            <a:pPr>
              <a:defRPr/>
            </a:pPr>
            <a:r>
              <a:rPr lang="it-IT"/>
              <a:t>2024-10-31 SWIP</a:t>
            </a:r>
            <a:endParaRPr lang="en-CA"/>
          </a:p>
        </p:txBody>
      </p:sp>
      <p:sp>
        <p:nvSpPr>
          <p:cNvPr id="6" name="Slide Number Placeholder 22"/>
          <p:cNvSpPr>
            <a:spLocks noGrp="1"/>
          </p:cNvSpPr>
          <p:nvPr>
            <p:ph type="sldNum" sz="quarter" idx="12"/>
          </p:nvPr>
        </p:nvSpPr>
        <p:spPr/>
        <p:txBody>
          <a:bodyPr/>
          <a:lstStyle>
            <a:lvl1pPr>
              <a:defRPr/>
            </a:lvl1pPr>
          </a:lstStyle>
          <a:p>
            <a:pPr>
              <a:defRPr/>
            </a:pPr>
            <a:fld id="{33FC7332-2FED-4041-B975-283D44894827}" type="slidenum">
              <a:rPr lang="en-CA"/>
              <a:pPr>
                <a:defRPr/>
              </a:pPr>
              <a:t>‹#›</a:t>
            </a:fld>
            <a:endParaRPr lang="en-CA"/>
          </a:p>
        </p:txBody>
      </p:sp>
    </p:spTree>
    <p:extLst>
      <p:ext uri="{BB962C8B-B14F-4D97-AF65-F5344CB8AC3E}">
        <p14:creationId xmlns:p14="http://schemas.microsoft.com/office/powerpoint/2010/main" val="283752286"/>
      </p:ext>
    </p:extLst>
  </p:cSld>
  <p:clrMapOvr>
    <a:masterClrMapping/>
  </p:clrMapOvr>
  <p:transition>
    <p:cu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5E9EFF"/>
            </a:gs>
            <a:gs pos="39999">
              <a:srgbClr val="85C2FF"/>
            </a:gs>
            <a:gs pos="70000">
              <a:srgbClr val="C4D6EB"/>
            </a:gs>
            <a:gs pos="100000">
              <a:srgbClr val="FFEBFA"/>
            </a:gs>
          </a:gsLst>
          <a:lin ang="16200000" scaled="0"/>
          <a:tileRect/>
        </a:gradFill>
        <a:effectLst/>
      </p:bgPr>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28" name="Title Placeholder 21"/>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t>Click to edit Master title style</a:t>
            </a:r>
          </a:p>
        </p:txBody>
      </p:sp>
      <p:sp>
        <p:nvSpPr>
          <p:cNvPr id="1029" name="Text Placeholder 12"/>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smtClean="0">
                <a:solidFill>
                  <a:schemeClr val="tx2"/>
                </a:solidFill>
                <a:latin typeface="+mn-lt"/>
                <a:cs typeface="+mn-cs"/>
              </a:defRPr>
            </a:lvl1pPr>
          </a:lstStyle>
          <a:p>
            <a:pPr>
              <a:defRPr/>
            </a:pPr>
            <a:fld id="{F07E322E-1CFD-438D-99FC-5C50494AC7C9}" type="datetime9">
              <a:rPr lang="en-US" smtClean="0"/>
              <a:t>10/25/2024 2:01:27 PM</a:t>
            </a:fld>
            <a:endParaRPr lang="en-CA"/>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it-IT"/>
              <a:t>2024-10-31 SWIP</a:t>
            </a:r>
            <a:endParaRPr lang="en-CA"/>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smtClean="0">
                <a:solidFill>
                  <a:srgbClr val="FFFFFF"/>
                </a:solidFill>
                <a:latin typeface="+mj-lt"/>
                <a:ea typeface="+mj-ea"/>
                <a:cs typeface="+mj-cs"/>
              </a:defRPr>
            </a:lvl1pPr>
          </a:lstStyle>
          <a:p>
            <a:pPr>
              <a:defRPr/>
            </a:pPr>
            <a:fld id="{C2D2E34A-DCE5-49A2-BD32-86AFE3DA2FB7}" type="slidenum">
              <a:rPr lang="en-CA"/>
              <a:pPr>
                <a:defRPr/>
              </a:pPr>
              <a:t>‹#›</a:t>
            </a:fld>
            <a:endParaRPr lang="en-CA"/>
          </a:p>
        </p:txBody>
      </p:sp>
    </p:spTree>
  </p:cSld>
  <p:clrMap bg1="lt1" tx1="dk1" bg2="lt2" tx2="dk2" accent1="accent1" accent2="accent2" accent3="accent3" accent4="accent4" accent5="accent5" accent6="accent6" hlink="hlink" folHlink="folHlink"/>
  <p:sldLayoutIdLst>
    <p:sldLayoutId id="2147483721" r:id="rId1"/>
    <p:sldLayoutId id="2147483714" r:id="rId2"/>
    <p:sldLayoutId id="2147483722" r:id="rId3"/>
    <p:sldLayoutId id="2147483715" r:id="rId4"/>
    <p:sldLayoutId id="2147483716" r:id="rId5"/>
    <p:sldLayoutId id="2147483717" r:id="rId6"/>
    <p:sldLayoutId id="2147483718" r:id="rId7"/>
    <p:sldLayoutId id="2147483723" r:id="rId8"/>
    <p:sldLayoutId id="2147483724" r:id="rId9"/>
    <p:sldLayoutId id="2147483719" r:id="rId10"/>
    <p:sldLayoutId id="2147483720" r:id="rId11"/>
  </p:sldLayoutIdLst>
  <p:transition>
    <p:cut/>
  </p:transition>
  <p:hf hdr="0"/>
  <p:txStyles>
    <p:titleStyle>
      <a:lvl1pPr algn="l" rtl="0" fontAlgn="base">
        <a:spcBef>
          <a:spcPct val="0"/>
        </a:spcBef>
        <a:spcAft>
          <a:spcPct val="0"/>
        </a:spcAft>
        <a:defRPr sz="4000" kern="1200">
          <a:solidFill>
            <a:schemeClr val="tx2"/>
          </a:solidFill>
          <a:latin typeface="+mj-lt"/>
          <a:ea typeface="+mj-ea"/>
          <a:cs typeface="+mj-cs"/>
        </a:defRPr>
      </a:lvl1pPr>
      <a:lvl2pPr algn="l" rtl="0" fontAlgn="base">
        <a:spcBef>
          <a:spcPct val="0"/>
        </a:spcBef>
        <a:spcAft>
          <a:spcPct val="0"/>
        </a:spcAft>
        <a:defRPr sz="4000">
          <a:solidFill>
            <a:schemeClr val="tx2"/>
          </a:solidFill>
          <a:latin typeface="Franklin Gothic Book" pitchFamily="34" charset="0"/>
        </a:defRPr>
      </a:lvl2pPr>
      <a:lvl3pPr algn="l" rtl="0" fontAlgn="base">
        <a:spcBef>
          <a:spcPct val="0"/>
        </a:spcBef>
        <a:spcAft>
          <a:spcPct val="0"/>
        </a:spcAft>
        <a:defRPr sz="4000">
          <a:solidFill>
            <a:schemeClr val="tx2"/>
          </a:solidFill>
          <a:latin typeface="Franklin Gothic Book" pitchFamily="34" charset="0"/>
        </a:defRPr>
      </a:lvl3pPr>
      <a:lvl4pPr algn="l" rtl="0" fontAlgn="base">
        <a:spcBef>
          <a:spcPct val="0"/>
        </a:spcBef>
        <a:spcAft>
          <a:spcPct val="0"/>
        </a:spcAft>
        <a:defRPr sz="4000">
          <a:solidFill>
            <a:schemeClr val="tx2"/>
          </a:solidFill>
          <a:latin typeface="Franklin Gothic Book" pitchFamily="34" charset="0"/>
        </a:defRPr>
      </a:lvl4pPr>
      <a:lvl5pPr algn="l" rtl="0" fontAlgn="base">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fontAlgn="base">
        <a:spcBef>
          <a:spcPts val="575"/>
        </a:spcBef>
        <a:spcAft>
          <a:spcPct val="0"/>
        </a:spcAft>
        <a:buClr>
          <a:schemeClr val="accent1"/>
        </a:buClr>
        <a:buSzPct val="85000"/>
        <a:buFont typeface="Wingdings 2" pitchFamily="18" charset="2"/>
        <a:buChar char=""/>
        <a:defRPr sz="2600" kern="1200">
          <a:solidFill>
            <a:schemeClr val="tx1"/>
          </a:solidFill>
          <a:latin typeface="+mn-lt"/>
          <a:ea typeface="+mn-ea"/>
          <a:cs typeface="+mn-cs"/>
        </a:defRPr>
      </a:lvl1pPr>
      <a:lvl2pPr marL="547688" indent="-228600" algn="l" rtl="0" fontAlgn="base">
        <a:spcBef>
          <a:spcPts val="375"/>
        </a:spcBef>
        <a:spcAft>
          <a:spcPct val="0"/>
        </a:spcAft>
        <a:buClr>
          <a:schemeClr val="accent2"/>
        </a:buClr>
        <a:buSzPct val="85000"/>
        <a:buFont typeface="Wingdings 2" pitchFamily="18" charset="2"/>
        <a:buChar char=""/>
        <a:defRPr sz="2400" kern="1200">
          <a:solidFill>
            <a:schemeClr val="tx1"/>
          </a:solidFill>
          <a:latin typeface="+mn-lt"/>
          <a:ea typeface="+mn-ea"/>
          <a:cs typeface="+mn-cs"/>
        </a:defRPr>
      </a:lvl2pPr>
      <a:lvl3pPr marL="822325" indent="-228600" algn="l" rtl="0" fontAlgn="base">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fontAlgn="base">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fontAlgn="base">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5.w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4.png"/><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4.bin"/><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7.bin"/><Relationship Id="rId4" Type="http://schemas.openxmlformats.org/officeDocument/2006/relationships/image" Target="../media/image9.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10.bin"/><Relationship Id="rId4" Type="http://schemas.openxmlformats.org/officeDocument/2006/relationships/image" Target="../media/image12.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oleObject" Target="../embeddings/oleObject11.bin"/><Relationship Id="rId7" Type="http://schemas.openxmlformats.org/officeDocument/2006/relationships/image" Target="../media/image16.jpg"/><Relationship Id="rId12"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wmf"/><Relationship Id="rId11" Type="http://schemas.openxmlformats.org/officeDocument/2006/relationships/image" Target="../media/image18.wmf"/><Relationship Id="rId5" Type="http://schemas.openxmlformats.org/officeDocument/2006/relationships/oleObject" Target="../embeddings/oleObject12.bin"/><Relationship Id="rId10" Type="http://schemas.openxmlformats.org/officeDocument/2006/relationships/oleObject" Target="../embeddings/oleObject14.bin"/><Relationship Id="rId4" Type="http://schemas.openxmlformats.org/officeDocument/2006/relationships/image" Target="../media/image14.wmf"/><Relationship Id="rId9" Type="http://schemas.openxmlformats.org/officeDocument/2006/relationships/image" Target="../media/image17.wmf"/></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wmf"/><Relationship Id="rId5" Type="http://schemas.openxmlformats.org/officeDocument/2006/relationships/oleObject" Target="../embeddings/oleObject16.bin"/><Relationship Id="rId4" Type="http://schemas.openxmlformats.org/officeDocument/2006/relationships/image" Target="../media/image22.wmf"/></Relationships>
</file>

<file path=ppt/slides/_rels/slide11.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23.bin"/><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image" Target="../media/image29.w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6.wmf"/><Relationship Id="rId11" Type="http://schemas.openxmlformats.org/officeDocument/2006/relationships/oleObject" Target="../embeddings/oleObject22.bin"/><Relationship Id="rId5" Type="http://schemas.openxmlformats.org/officeDocument/2006/relationships/oleObject" Target="../embeddings/oleObject19.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21.bin"/><Relationship Id="rId14" Type="http://schemas.openxmlformats.org/officeDocument/2006/relationships/image" Target="../media/image30.wmf"/></Relationships>
</file>

<file path=ppt/slides/_rels/slide12.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2.wmf"/><Relationship Id="rId5" Type="http://schemas.openxmlformats.org/officeDocument/2006/relationships/oleObject" Target="../embeddings/oleObject25.bin"/><Relationship Id="rId10" Type="http://schemas.openxmlformats.org/officeDocument/2006/relationships/image" Target="../media/image33.wmf"/><Relationship Id="rId4" Type="http://schemas.openxmlformats.org/officeDocument/2006/relationships/image" Target="../media/image31.wmf"/><Relationship Id="rId9" Type="http://schemas.openxmlformats.org/officeDocument/2006/relationships/oleObject" Target="../embeddings/oleObject27.bin"/></Relationships>
</file>

<file path=ppt/slides/_rels/slide13.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29.bin"/><Relationship Id="rId4" Type="http://schemas.openxmlformats.org/officeDocument/2006/relationships/image" Target="../media/image34.wmf"/></Relationships>
</file>

<file path=ppt/slides/_rels/slide14.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36.bin"/><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39.wmf"/><Relationship Id="rId2" Type="http://schemas.openxmlformats.org/officeDocument/2006/relationships/notesSlide" Target="../notesSlides/notesSlide14.xml"/><Relationship Id="rId16" Type="http://schemas.openxmlformats.org/officeDocument/2006/relationships/image" Target="../media/image41.wmf"/><Relationship Id="rId1" Type="http://schemas.openxmlformats.org/officeDocument/2006/relationships/slideLayout" Target="../slideLayouts/slideLayout2.xml"/><Relationship Id="rId6" Type="http://schemas.openxmlformats.org/officeDocument/2006/relationships/image" Target="../media/image7.wmf"/><Relationship Id="rId11" Type="http://schemas.openxmlformats.org/officeDocument/2006/relationships/oleObject" Target="../embeddings/oleObject35.bin"/><Relationship Id="rId5" Type="http://schemas.openxmlformats.org/officeDocument/2006/relationships/oleObject" Target="../embeddings/oleObject32.bin"/><Relationship Id="rId15" Type="http://schemas.openxmlformats.org/officeDocument/2006/relationships/oleObject" Target="../embeddings/oleObject37.bin"/><Relationship Id="rId10" Type="http://schemas.openxmlformats.org/officeDocument/2006/relationships/image" Target="../media/image38.wmf"/><Relationship Id="rId4" Type="http://schemas.openxmlformats.org/officeDocument/2006/relationships/image" Target="../media/image36.wmf"/><Relationship Id="rId9" Type="http://schemas.openxmlformats.org/officeDocument/2006/relationships/oleObject" Target="../embeddings/oleObject34.bin"/><Relationship Id="rId14" Type="http://schemas.openxmlformats.org/officeDocument/2006/relationships/image" Target="../media/image40.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31.wmf"/></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45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44.png"/><Relationship Id="rId4" Type="http://schemas.openxmlformats.org/officeDocument/2006/relationships/customXml" Target="../ink/ink1.xml"/></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48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customXml" Target="../ink/ink4.xml"/><Relationship Id="rId5" Type="http://schemas.openxmlformats.org/officeDocument/2006/relationships/image" Target="../media/image470.png"/><Relationship Id="rId4" Type="http://schemas.openxmlformats.org/officeDocument/2006/relationships/customXml" Target="../ink/ink3.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51.png"/><Relationship Id="rId7" Type="http://schemas.openxmlformats.org/officeDocument/2006/relationships/image" Target="../media/image520.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customXml" Target="../ink/ink6.xml"/><Relationship Id="rId11" Type="http://schemas.openxmlformats.org/officeDocument/2006/relationships/image" Target="../media/image54.png"/><Relationship Id="rId5" Type="http://schemas.openxmlformats.org/officeDocument/2006/relationships/image" Target="../media/image52.png"/><Relationship Id="rId10" Type="http://schemas.openxmlformats.org/officeDocument/2006/relationships/customXml" Target="../ink/ink8.xml"/><Relationship Id="rId4" Type="http://schemas.openxmlformats.org/officeDocument/2006/relationships/customXml" Target="../ink/ink5.xml"/><Relationship Id="rId9" Type="http://schemas.openxmlformats.org/officeDocument/2006/relationships/image" Target="../media/image53.png"/></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6.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customXml" Target="../ink/ink10.xml"/><Relationship Id="rId5" Type="http://schemas.openxmlformats.org/officeDocument/2006/relationships/image" Target="../media/image540.png"/><Relationship Id="rId4" Type="http://schemas.openxmlformats.org/officeDocument/2006/relationships/customXml" Target="../ink/ink9.xml"/></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63.wmf"/><Relationship Id="rId4" Type="http://schemas.openxmlformats.org/officeDocument/2006/relationships/oleObject" Target="../embeddings/oleObject39.bin"/></Relationships>
</file>

<file path=ppt/slides/_rels/slide37.xml.rels><?xml version="1.0" encoding="UTF-8" standalone="yes"?>
<Relationships xmlns="http://schemas.openxmlformats.org/package/2006/relationships"><Relationship Id="rId13" Type="http://schemas.openxmlformats.org/officeDocument/2006/relationships/oleObject" Target="../embeddings/oleObject45.bin"/><Relationship Id="rId18" Type="http://schemas.openxmlformats.org/officeDocument/2006/relationships/image" Target="../media/image71.wmf"/><Relationship Id="rId26" Type="http://schemas.openxmlformats.org/officeDocument/2006/relationships/image" Target="../media/image75.wmf"/><Relationship Id="rId39" Type="http://schemas.openxmlformats.org/officeDocument/2006/relationships/oleObject" Target="../embeddings/oleObject58.bin"/><Relationship Id="rId21" Type="http://schemas.openxmlformats.org/officeDocument/2006/relationships/oleObject" Target="../embeddings/oleObject49.bin"/><Relationship Id="rId34" Type="http://schemas.openxmlformats.org/officeDocument/2006/relationships/image" Target="../media/image79.wmf"/><Relationship Id="rId42" Type="http://schemas.openxmlformats.org/officeDocument/2006/relationships/oleObject" Target="../embeddings/oleObject60.bin"/><Relationship Id="rId7" Type="http://schemas.openxmlformats.org/officeDocument/2006/relationships/oleObject" Target="../embeddings/oleObject42.bin"/><Relationship Id="rId2" Type="http://schemas.openxmlformats.org/officeDocument/2006/relationships/notesSlide" Target="../notesSlides/notesSlide37.xml"/><Relationship Id="rId16" Type="http://schemas.openxmlformats.org/officeDocument/2006/relationships/image" Target="../media/image70.wmf"/><Relationship Id="rId20" Type="http://schemas.openxmlformats.org/officeDocument/2006/relationships/image" Target="../media/image72.wmf"/><Relationship Id="rId29" Type="http://schemas.openxmlformats.org/officeDocument/2006/relationships/oleObject" Target="../embeddings/oleObject53.bin"/><Relationship Id="rId41" Type="http://schemas.openxmlformats.org/officeDocument/2006/relationships/oleObject" Target="../embeddings/oleObject59.bin"/><Relationship Id="rId1" Type="http://schemas.openxmlformats.org/officeDocument/2006/relationships/slideLayout" Target="../slideLayouts/slideLayout7.xml"/><Relationship Id="rId6" Type="http://schemas.openxmlformats.org/officeDocument/2006/relationships/image" Target="../media/image65.wmf"/><Relationship Id="rId11" Type="http://schemas.openxmlformats.org/officeDocument/2006/relationships/oleObject" Target="../embeddings/oleObject44.bin"/><Relationship Id="rId24" Type="http://schemas.openxmlformats.org/officeDocument/2006/relationships/image" Target="../media/image74.wmf"/><Relationship Id="rId32" Type="http://schemas.openxmlformats.org/officeDocument/2006/relationships/image" Target="../media/image78.wmf"/><Relationship Id="rId37" Type="http://schemas.openxmlformats.org/officeDocument/2006/relationships/oleObject" Target="../embeddings/oleObject57.bin"/><Relationship Id="rId40" Type="http://schemas.openxmlformats.org/officeDocument/2006/relationships/image" Target="../media/image82.wmf"/><Relationship Id="rId5" Type="http://schemas.openxmlformats.org/officeDocument/2006/relationships/oleObject" Target="../embeddings/oleObject41.bin"/><Relationship Id="rId15" Type="http://schemas.openxmlformats.org/officeDocument/2006/relationships/oleObject" Target="../embeddings/oleObject46.bin"/><Relationship Id="rId23" Type="http://schemas.openxmlformats.org/officeDocument/2006/relationships/oleObject" Target="../embeddings/oleObject50.bin"/><Relationship Id="rId28" Type="http://schemas.openxmlformats.org/officeDocument/2006/relationships/image" Target="../media/image76.wmf"/><Relationship Id="rId36" Type="http://schemas.openxmlformats.org/officeDocument/2006/relationships/image" Target="../media/image80.wmf"/><Relationship Id="rId10" Type="http://schemas.openxmlformats.org/officeDocument/2006/relationships/image" Target="../media/image67.wmf"/><Relationship Id="rId19" Type="http://schemas.openxmlformats.org/officeDocument/2006/relationships/oleObject" Target="../embeddings/oleObject48.bin"/><Relationship Id="rId31" Type="http://schemas.openxmlformats.org/officeDocument/2006/relationships/oleObject" Target="../embeddings/oleObject54.bin"/><Relationship Id="rId44" Type="http://schemas.openxmlformats.org/officeDocument/2006/relationships/oleObject" Target="../embeddings/oleObject61.bin"/><Relationship Id="rId4" Type="http://schemas.openxmlformats.org/officeDocument/2006/relationships/image" Target="../media/image64.wmf"/><Relationship Id="rId9" Type="http://schemas.openxmlformats.org/officeDocument/2006/relationships/oleObject" Target="../embeddings/oleObject43.bin"/><Relationship Id="rId14" Type="http://schemas.openxmlformats.org/officeDocument/2006/relationships/image" Target="../media/image69.wmf"/><Relationship Id="rId22" Type="http://schemas.openxmlformats.org/officeDocument/2006/relationships/image" Target="../media/image73.wmf"/><Relationship Id="rId27" Type="http://schemas.openxmlformats.org/officeDocument/2006/relationships/oleObject" Target="../embeddings/oleObject52.bin"/><Relationship Id="rId30" Type="http://schemas.openxmlformats.org/officeDocument/2006/relationships/image" Target="../media/image77.wmf"/><Relationship Id="rId35" Type="http://schemas.openxmlformats.org/officeDocument/2006/relationships/oleObject" Target="../embeddings/oleObject56.bin"/><Relationship Id="rId43" Type="http://schemas.openxmlformats.org/officeDocument/2006/relationships/image" Target="../media/image83.wmf"/><Relationship Id="rId8" Type="http://schemas.openxmlformats.org/officeDocument/2006/relationships/image" Target="../media/image66.wmf"/><Relationship Id="rId3" Type="http://schemas.openxmlformats.org/officeDocument/2006/relationships/oleObject" Target="../embeddings/oleObject40.bin"/><Relationship Id="rId12" Type="http://schemas.openxmlformats.org/officeDocument/2006/relationships/image" Target="../media/image68.wmf"/><Relationship Id="rId17" Type="http://schemas.openxmlformats.org/officeDocument/2006/relationships/oleObject" Target="../embeddings/oleObject47.bin"/><Relationship Id="rId25" Type="http://schemas.openxmlformats.org/officeDocument/2006/relationships/oleObject" Target="../embeddings/oleObject51.bin"/><Relationship Id="rId33" Type="http://schemas.openxmlformats.org/officeDocument/2006/relationships/oleObject" Target="../embeddings/oleObject55.bin"/><Relationship Id="rId38" Type="http://schemas.openxmlformats.org/officeDocument/2006/relationships/image" Target="../media/image81.wmf"/></Relationships>
</file>

<file path=ppt/slides/_rels/slide38.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image" Target="../media/image88.wmf"/><Relationship Id="rId18" Type="http://schemas.openxmlformats.org/officeDocument/2006/relationships/oleObject" Target="../embeddings/oleObject69.bin"/><Relationship Id="rId3" Type="http://schemas.openxmlformats.org/officeDocument/2006/relationships/image" Target="../media/image630.png"/><Relationship Id="rId7" Type="http://schemas.openxmlformats.org/officeDocument/2006/relationships/image" Target="../media/image85.wmf"/><Relationship Id="rId12" Type="http://schemas.openxmlformats.org/officeDocument/2006/relationships/oleObject" Target="../embeddings/oleObject66.bin"/><Relationship Id="rId17" Type="http://schemas.openxmlformats.org/officeDocument/2006/relationships/image" Target="../media/image90.wmf"/><Relationship Id="rId2" Type="http://schemas.openxmlformats.org/officeDocument/2006/relationships/notesSlide" Target="../notesSlides/notesSlide39.xml"/><Relationship Id="rId16" Type="http://schemas.openxmlformats.org/officeDocument/2006/relationships/oleObject" Target="../embeddings/oleObject68.bin"/><Relationship Id="rId1" Type="http://schemas.openxmlformats.org/officeDocument/2006/relationships/slideLayout" Target="../slideLayouts/slideLayout2.xml"/><Relationship Id="rId6" Type="http://schemas.openxmlformats.org/officeDocument/2006/relationships/oleObject" Target="../embeddings/oleObject63.bin"/><Relationship Id="rId11" Type="http://schemas.openxmlformats.org/officeDocument/2006/relationships/image" Target="../media/image87.wmf"/><Relationship Id="rId5" Type="http://schemas.openxmlformats.org/officeDocument/2006/relationships/image" Target="../media/image84.wmf"/><Relationship Id="rId15" Type="http://schemas.openxmlformats.org/officeDocument/2006/relationships/image" Target="../media/image89.wmf"/><Relationship Id="rId10" Type="http://schemas.openxmlformats.org/officeDocument/2006/relationships/oleObject" Target="../embeddings/oleObject65.bin"/><Relationship Id="rId19" Type="http://schemas.openxmlformats.org/officeDocument/2006/relationships/image" Target="../media/image91.wmf"/><Relationship Id="rId4" Type="http://schemas.openxmlformats.org/officeDocument/2006/relationships/oleObject" Target="../embeddings/oleObject62.bin"/><Relationship Id="rId9" Type="http://schemas.openxmlformats.org/officeDocument/2006/relationships/image" Target="../media/image86.wmf"/><Relationship Id="rId14" Type="http://schemas.openxmlformats.org/officeDocument/2006/relationships/oleObject" Target="../embeddings/oleObject67.bin"/></Relationships>
</file>

<file path=ppt/slides/_rels/slide4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image" Target="../media/image74.png"/><Relationship Id="rId7" Type="http://schemas.openxmlformats.org/officeDocument/2006/relationships/image" Target="../media/image94.wmf"/><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oleObject" Target="../embeddings/oleObject70.bin"/><Relationship Id="rId5" Type="http://schemas.openxmlformats.org/officeDocument/2006/relationships/image" Target="../media/image93.png"/><Relationship Id="rId4" Type="http://schemas.openxmlformats.org/officeDocument/2006/relationships/image" Target="../media/image75.png"/><Relationship Id="rId9" Type="http://schemas.openxmlformats.org/officeDocument/2006/relationships/image" Target="../media/image95.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97.wmf"/><Relationship Id="rId5" Type="http://schemas.openxmlformats.org/officeDocument/2006/relationships/oleObject" Target="../embeddings/oleObject73.bin"/><Relationship Id="rId4" Type="http://schemas.openxmlformats.org/officeDocument/2006/relationships/image" Target="../media/image96.wmf"/></Relationships>
</file>

<file path=ppt/slides/_rels/slide44.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0.wmf"/><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oleObject" Target="../embeddings/oleObject75.bin"/><Relationship Id="rId5" Type="http://schemas.openxmlformats.org/officeDocument/2006/relationships/image" Target="../media/image99.wmf"/><Relationship Id="rId4" Type="http://schemas.openxmlformats.org/officeDocument/2006/relationships/oleObject" Target="../embeddings/oleObject74.bin"/></Relationships>
</file>

<file path=ppt/slides/_rels/slide4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102.wmf"/><Relationship Id="rId4" Type="http://schemas.openxmlformats.org/officeDocument/2006/relationships/oleObject" Target="../embeddings/oleObject76.bin"/></Relationships>
</file>

<file path=ppt/slides/_rels/slide4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103.wmf"/><Relationship Id="rId4" Type="http://schemas.openxmlformats.org/officeDocument/2006/relationships/oleObject" Target="../embeddings/oleObject77.bin"/></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109.png"/><Relationship Id="rId4" Type="http://schemas.openxmlformats.org/officeDocument/2006/relationships/image" Target="../media/image108.jpe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4" r="33663"/>
          <a:stretch/>
        </p:blipFill>
        <p:spPr bwMode="auto">
          <a:xfrm>
            <a:off x="395536" y="5877272"/>
            <a:ext cx="5017284" cy="67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8"/>
          <p:cNvSpPr>
            <a:spLocks noGrp="1"/>
          </p:cNvSpPr>
          <p:nvPr>
            <p:ph type="ctrTitle"/>
          </p:nvPr>
        </p:nvSpPr>
        <p:spPr/>
        <p:txBody>
          <a:bodyPr/>
          <a:lstStyle/>
          <a:p>
            <a:pPr algn="ctr">
              <a:lnSpc>
                <a:spcPct val="107000"/>
              </a:lnSpc>
              <a:spcAft>
                <a:spcPts val="800"/>
              </a:spcAft>
            </a:pPr>
            <a:r>
              <a:rPr lang="en-US" sz="4400" kern="100" dirty="0">
                <a:effectLst/>
                <a:latin typeface="Calibri" panose="020F0502020204030204" pitchFamily="34" charset="0"/>
                <a:ea typeface="DengXian" panose="02010600030101010101" pitchFamily="2" charset="-122"/>
                <a:cs typeface="Times New Roman" panose="02020603050405020304" pitchFamily="18" charset="0"/>
              </a:rPr>
              <a:t>Turbulence and its nonlinear cross-correlation analyses</a:t>
            </a:r>
            <a:endParaRPr lang="en-CA" sz="44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0" name="Subtitle 9"/>
          <p:cNvSpPr>
            <a:spLocks noGrp="1"/>
          </p:cNvSpPr>
          <p:nvPr>
            <p:ph type="subTitle" idx="1"/>
          </p:nvPr>
        </p:nvSpPr>
        <p:spPr>
          <a:xfrm>
            <a:off x="1312990" y="3137513"/>
            <a:ext cx="6499369" cy="2478390"/>
          </a:xfrm>
        </p:spPr>
        <p:txBody>
          <a:bodyPr/>
          <a:lstStyle/>
          <a:p>
            <a:r>
              <a:rPr lang="en-CA" sz="3600" dirty="0">
                <a:solidFill>
                  <a:schemeClr val="tx1"/>
                </a:solidFill>
                <a:latin typeface="Calibri" panose="020F0502020204030204" pitchFamily="34" charset="0"/>
                <a:cs typeface="Calibri" panose="020F0502020204030204" pitchFamily="34" charset="0"/>
              </a:rPr>
              <a:t>Chijin Xiao</a:t>
            </a:r>
          </a:p>
          <a:p>
            <a:r>
              <a:rPr lang="en-US" sz="3600" i="1" dirty="0">
                <a:solidFill>
                  <a:schemeClr val="tx1"/>
                </a:solidFill>
                <a:latin typeface="Calibri" panose="020F0502020204030204" pitchFamily="34" charset="0"/>
                <a:cs typeface="Calibri" panose="020F0502020204030204" pitchFamily="34" charset="0"/>
              </a:rPr>
              <a:t>University of Saskatchewan</a:t>
            </a:r>
          </a:p>
          <a:p>
            <a:pPr marL="0" marR="0" indent="304800" algn="just">
              <a:lnSpc>
                <a:spcPts val="1800"/>
              </a:lnSpc>
              <a:spcBef>
                <a:spcPts val="0"/>
              </a:spcBef>
              <a:spcAft>
                <a:spcPts val="0"/>
              </a:spcAft>
            </a:pPr>
            <a:endParaRPr lang="en-US" sz="3600" i="1" dirty="0">
              <a:solidFill>
                <a:schemeClr val="tx1"/>
              </a:solidFill>
            </a:endParaRPr>
          </a:p>
          <a:p>
            <a:pPr marL="0" marR="0" indent="304800" algn="just">
              <a:lnSpc>
                <a:spcPts val="1800"/>
              </a:lnSpc>
              <a:spcBef>
                <a:spcPts val="0"/>
              </a:spcBef>
              <a:spcAft>
                <a:spcPts val="0"/>
              </a:spcAft>
            </a:pPr>
            <a:endParaRPr lang="en-US" sz="3600" i="1" spc="0" dirty="0">
              <a:solidFill>
                <a:schemeClr val="tx1"/>
              </a:solidFill>
              <a:effectLst/>
              <a:latin typeface="Times New Roman Regular"/>
              <a:ea typeface="Helvetica" panose="020B0604020202020204" pitchFamily="34" charset="0"/>
              <a:cs typeface="Times New Roman Regular"/>
            </a:endParaRPr>
          </a:p>
          <a:p>
            <a:pPr marL="0" marR="0" indent="304800" algn="just">
              <a:lnSpc>
                <a:spcPts val="1800"/>
              </a:lnSpc>
              <a:spcBef>
                <a:spcPts val="0"/>
              </a:spcBef>
              <a:spcAft>
                <a:spcPts val="0"/>
              </a:spcAft>
            </a:pPr>
            <a:endParaRPr lang="en-US" sz="3600" i="1" dirty="0">
              <a:solidFill>
                <a:schemeClr val="tx1"/>
              </a:solidFill>
              <a:latin typeface="Times New Roman Regular"/>
              <a:ea typeface="Helvetica" panose="020B0604020202020204" pitchFamily="34" charset="0"/>
              <a:cs typeface="Times New Roman Regular"/>
            </a:endParaRPr>
          </a:p>
          <a:p>
            <a:pPr fontAlgn="auto">
              <a:spcBef>
                <a:spcPts val="580"/>
              </a:spcBef>
              <a:spcAft>
                <a:spcPts val="0"/>
              </a:spcAft>
              <a:defRPr/>
            </a:pPr>
            <a:endParaRPr lang="en-CA" sz="1800" dirty="0">
              <a:solidFill>
                <a:schemeClr val="tx1"/>
              </a:solidFill>
            </a:endParaRPr>
          </a:p>
          <a:p>
            <a:endParaRPr lang="en-CA"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45234" y="219075"/>
            <a:ext cx="7803465" cy="833661"/>
          </a:xfrm>
        </p:spPr>
        <p:txBody>
          <a:bodyPr anchor="ctr" anchorCtr="0"/>
          <a:lstStyle/>
          <a:p>
            <a:pPr algn="ctr"/>
            <a:r>
              <a:rPr lang="en-US" dirty="0">
                <a:solidFill>
                  <a:schemeClr val="tx1"/>
                </a:solidFill>
              </a:rPr>
              <a:t>Outline</a:t>
            </a:r>
            <a:endParaRPr lang="en-CA" dirty="0">
              <a:solidFill>
                <a:schemeClr val="tx1"/>
              </a:solidFill>
            </a:endParaRPr>
          </a:p>
        </p:txBody>
      </p:sp>
      <p:sp>
        <p:nvSpPr>
          <p:cNvPr id="9220" name="Content Placeholder 3"/>
          <p:cNvSpPr>
            <a:spLocks noGrp="1"/>
          </p:cNvSpPr>
          <p:nvPr>
            <p:ph sz="quarter" idx="1"/>
          </p:nvPr>
        </p:nvSpPr>
        <p:spPr>
          <a:xfrm>
            <a:off x="395536" y="1196752"/>
            <a:ext cx="8469915" cy="5301580"/>
          </a:xfrm>
          <a:noFill/>
        </p:spPr>
        <p:txBody>
          <a:bodyPr/>
          <a:lstStyle/>
          <a:p>
            <a:r>
              <a:rPr lang="en-US" sz="2800" dirty="0">
                <a:highlight>
                  <a:srgbClr val="FFFF00"/>
                </a:highlight>
                <a:latin typeface="Calibri" panose="020F0502020204030204" pitchFamily="34" charset="0"/>
                <a:cs typeface="Calibri" panose="020F0502020204030204" pitchFamily="34" charset="0"/>
              </a:rPr>
              <a:t>Transport and anomalous transport</a:t>
            </a:r>
          </a:p>
          <a:p>
            <a:r>
              <a:rPr lang="en-US" sz="2800" dirty="0">
                <a:latin typeface="Calibri" panose="020F0502020204030204" pitchFamily="34" charset="0"/>
                <a:cs typeface="Calibri" panose="020F0502020204030204" pitchFamily="34" charset="0"/>
              </a:rPr>
              <a:t>Biasing experiment on STOR-M</a:t>
            </a:r>
          </a:p>
          <a:p>
            <a:r>
              <a:rPr lang="en-US" sz="2800" dirty="0">
                <a:latin typeface="Calibri" panose="020F0502020204030204" pitchFamily="34" charset="0"/>
                <a:cs typeface="Calibri" panose="020F0502020204030204" pitchFamily="34" charset="0"/>
              </a:rPr>
              <a:t>Conventional signal analyses (examples from STOR-M)</a:t>
            </a:r>
          </a:p>
          <a:p>
            <a:r>
              <a:rPr lang="en-US" sz="2800" dirty="0">
                <a:latin typeface="Calibri" panose="020F0502020204030204" pitchFamily="34" charset="0"/>
                <a:cs typeface="Calibri" panose="020F0502020204030204" pitchFamily="34" charset="0"/>
              </a:rPr>
              <a:t>Nonlinear signal analyses</a:t>
            </a:r>
          </a:p>
          <a:p>
            <a:pPr lvl="1"/>
            <a:r>
              <a:rPr lang="en-US" sz="2600" dirty="0">
                <a:latin typeface="Calibri" panose="020F0502020204030204" pitchFamily="34" charset="0"/>
                <a:cs typeface="Calibri" panose="020F0502020204030204" pitchFamily="34" charset="0"/>
              </a:rPr>
              <a:t>Algorithm </a:t>
            </a:r>
          </a:p>
          <a:p>
            <a:pPr lvl="1"/>
            <a:r>
              <a:rPr lang="en-US" sz="2600" dirty="0">
                <a:latin typeface="Calibri" panose="020F0502020204030204" pitchFamily="34" charset="0"/>
                <a:cs typeface="Calibri" panose="020F0502020204030204" pitchFamily="34" charset="0"/>
              </a:rPr>
              <a:t>Numerical Validation</a:t>
            </a:r>
          </a:p>
          <a:p>
            <a:pPr lvl="1"/>
            <a:r>
              <a:rPr lang="en-US" sz="2600" dirty="0">
                <a:latin typeface="Calibri" panose="020F0502020204030204" pitchFamily="34" charset="0"/>
                <a:cs typeface="Calibri" panose="020F0502020204030204" pitchFamily="34" charset="0"/>
              </a:rPr>
              <a:t>experiments on STOR-M </a:t>
            </a:r>
          </a:p>
          <a:p>
            <a:r>
              <a:rPr lang="en-US" sz="2800" dirty="0">
                <a:latin typeface="Calibri" panose="020F0502020204030204" pitchFamily="34" charset="0"/>
                <a:cs typeface="Calibri" panose="020F0502020204030204" pitchFamily="34" charset="0"/>
              </a:rPr>
              <a:t>Experiments on TJ-II</a:t>
            </a:r>
          </a:p>
          <a:p>
            <a:r>
              <a:rPr lang="en-US" sz="2800" dirty="0">
                <a:latin typeface="Calibri" panose="020F0502020204030204" pitchFamily="34" charset="0"/>
                <a:cs typeface="Calibri" panose="020F0502020204030204" pitchFamily="34" charset="0"/>
              </a:rPr>
              <a:t>Experiments on EAST</a:t>
            </a:r>
          </a:p>
          <a:p>
            <a:r>
              <a:rPr lang="en-US" sz="2800" dirty="0">
                <a:latin typeface="Calibri" panose="020F0502020204030204" pitchFamily="34" charset="0"/>
                <a:cs typeface="Calibri" panose="020F0502020204030204" pitchFamily="34" charset="0"/>
              </a:rPr>
              <a:t>Other experiments?</a:t>
            </a:r>
          </a:p>
          <a:p>
            <a:pPr marL="0" indent="0">
              <a:buNone/>
            </a:pPr>
            <a:endParaRPr lang="en-US" sz="2800" dirty="0">
              <a:latin typeface="Calibri" panose="020F0502020204030204" pitchFamily="34" charset="0"/>
              <a:cs typeface="Calibri" panose="020F0502020204030204" pitchFamily="34" charset="0"/>
            </a:endParaRPr>
          </a:p>
          <a:p>
            <a:pPr lvl="1"/>
            <a:endParaRPr lang="en-US" sz="3200" dirty="0"/>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p:txBody>
          <a:bodyPr/>
          <a:lstStyle/>
          <a:p>
            <a:pPr>
              <a:defRPr/>
            </a:pPr>
            <a:r>
              <a:rPr lang="it-IT"/>
              <a:t>2024-10-31 SWIP</a:t>
            </a:r>
            <a:endParaRPr lang="en-CA" dirty="0"/>
          </a:p>
        </p:txBody>
      </p:sp>
      <p:sp>
        <p:nvSpPr>
          <p:cNvPr id="2" name="Date Placeholder 1">
            <a:extLst>
              <a:ext uri="{FF2B5EF4-FFF2-40B4-BE49-F238E27FC236}">
                <a16:creationId xmlns:a16="http://schemas.microsoft.com/office/drawing/2014/main" id="{E7700053-7D04-9EE3-ED2E-855B3F51EDFE}"/>
              </a:ext>
            </a:extLst>
          </p:cNvPr>
          <p:cNvSpPr>
            <a:spLocks noGrp="1"/>
          </p:cNvSpPr>
          <p:nvPr>
            <p:ph type="dt" sz="half" idx="10"/>
          </p:nvPr>
        </p:nvSpPr>
        <p:spPr/>
        <p:txBody>
          <a:bodyPr/>
          <a:lstStyle/>
          <a:p>
            <a:pPr>
              <a:defRPr/>
            </a:pPr>
            <a:fld id="{999F9FFC-382D-420F-8B9A-90DE33D9845A}" type="datetime9">
              <a:rPr lang="en-US" smtClean="0"/>
              <a:t>10/25/2024 2:01:27 PM</a:t>
            </a:fld>
            <a:endParaRPr lang="en-CA" dirty="0"/>
          </a:p>
        </p:txBody>
      </p:sp>
      <p:sp>
        <p:nvSpPr>
          <p:cNvPr id="3" name="Slide Number Placeholder 2">
            <a:extLst>
              <a:ext uri="{FF2B5EF4-FFF2-40B4-BE49-F238E27FC236}">
                <a16:creationId xmlns:a16="http://schemas.microsoft.com/office/drawing/2014/main" id="{31EA3206-8522-E4B9-70A6-EA993A777FCC}"/>
              </a:ext>
            </a:extLst>
          </p:cNvPr>
          <p:cNvSpPr>
            <a:spLocks noGrp="1"/>
          </p:cNvSpPr>
          <p:nvPr>
            <p:ph type="sldNum" sz="quarter" idx="12"/>
          </p:nvPr>
        </p:nvSpPr>
        <p:spPr/>
        <p:txBody>
          <a:bodyPr/>
          <a:lstStyle/>
          <a:p>
            <a:pPr>
              <a:defRPr/>
            </a:pPr>
            <a:fld id="{18598880-23BB-4E77-BAE4-1716EE602DAD}" type="slidenum">
              <a:rPr lang="en-CA" smtClean="0"/>
              <a:pPr>
                <a:defRPr/>
              </a:pPr>
              <a:t>2</a:t>
            </a:fld>
            <a:endParaRPr lang="en-CA" dirty="0"/>
          </a:p>
        </p:txBody>
      </p:sp>
    </p:spTree>
    <p:extLst>
      <p:ext uri="{BB962C8B-B14F-4D97-AF65-F5344CB8AC3E}">
        <p14:creationId xmlns:p14="http://schemas.microsoft.com/office/powerpoint/2010/main" val="557285602"/>
      </p:ext>
    </p:extLst>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45234" y="219075"/>
            <a:ext cx="7803465" cy="833661"/>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Transport</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2" name="TextBox 1">
            <a:extLst>
              <a:ext uri="{FF2B5EF4-FFF2-40B4-BE49-F238E27FC236}">
                <a16:creationId xmlns:a16="http://schemas.microsoft.com/office/drawing/2014/main" id="{15B627B4-F620-4A7A-BF09-D72D66C4C5C0}"/>
              </a:ext>
            </a:extLst>
          </p:cNvPr>
          <p:cNvSpPr txBox="1"/>
          <p:nvPr/>
        </p:nvSpPr>
        <p:spPr>
          <a:xfrm>
            <a:off x="143508" y="1052736"/>
            <a:ext cx="8856984" cy="3096345"/>
          </a:xfrm>
          <a:prstGeom prst="rect">
            <a:avLst/>
          </a:prstGeom>
          <a:noFill/>
        </p:spPr>
        <p:txBody>
          <a:bodyPr wrap="square" rtlCol="0">
            <a:spAutoFit/>
          </a:bodyPr>
          <a:lstStyle/>
          <a:p>
            <a:pPr marL="449263" lvl="1" indent="-449263">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Charged particle motion in a </a:t>
            </a:r>
            <a:r>
              <a:rPr lang="en-US" sz="3200" dirty="0">
                <a:highlight>
                  <a:srgbClr val="FFFF00"/>
                </a:highlight>
                <a:latin typeface="Calibri" panose="020F0502020204030204" pitchFamily="34" charset="0"/>
                <a:ea typeface="Calibri" panose="020F0502020204030204" pitchFamily="34" charset="0"/>
                <a:cs typeface="Calibri" panose="020F0502020204030204" pitchFamily="34" charset="0"/>
              </a:rPr>
              <a:t>uniform magnetic field</a:t>
            </a:r>
          </a:p>
          <a:p>
            <a:pPr lvl="1"/>
            <a:endParaRPr lang="en-US" sz="3200" dirty="0">
              <a:latin typeface="Calibri" panose="020F0502020204030204" pitchFamily="34" charset="0"/>
              <a:ea typeface="Calibri" panose="020F0502020204030204" pitchFamily="34" charset="0"/>
              <a:cs typeface="Calibri" panose="020F0502020204030204" pitchFamily="34" charset="0"/>
            </a:endParaRPr>
          </a:p>
          <a:p>
            <a:pPr lvl="1"/>
            <a:endParaRPr lang="en-US" sz="3200" dirty="0">
              <a:latin typeface="Calibri" panose="020F0502020204030204" pitchFamily="34" charset="0"/>
              <a:ea typeface="Calibri" panose="020F0502020204030204" pitchFamily="34" charset="0"/>
              <a:cs typeface="Calibri" panose="020F0502020204030204" pitchFamily="34" charset="0"/>
            </a:endParaRPr>
          </a:p>
          <a:p>
            <a:pPr lvl="1"/>
            <a:endParaRPr lang="en-US" sz="3200" dirty="0">
              <a:latin typeface="Calibri" panose="020F0502020204030204" pitchFamily="34" charset="0"/>
              <a:ea typeface="Calibri" panose="020F0502020204030204" pitchFamily="34" charset="0"/>
              <a:cs typeface="Calibri" panose="020F0502020204030204" pitchFamily="34" charset="0"/>
            </a:endParaRPr>
          </a:p>
          <a:p>
            <a:pPr lvl="1"/>
            <a:endParaRPr lang="en-US" sz="32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Object 2">
            <a:extLst>
              <a:ext uri="{FF2B5EF4-FFF2-40B4-BE49-F238E27FC236}">
                <a16:creationId xmlns:a16="http://schemas.microsoft.com/office/drawing/2014/main" id="{A27C55FE-B245-AE3B-E205-59D8CA1921B5}"/>
              </a:ext>
            </a:extLst>
          </p:cNvPr>
          <p:cNvGraphicFramePr>
            <a:graphicFrameLocks noChangeAspect="1"/>
          </p:cNvGraphicFramePr>
          <p:nvPr>
            <p:extLst>
              <p:ext uri="{D42A27DB-BD31-4B8C-83A1-F6EECF244321}">
                <p14:modId xmlns:p14="http://schemas.microsoft.com/office/powerpoint/2010/main" val="1337923833"/>
              </p:ext>
            </p:extLst>
          </p:nvPr>
        </p:nvGraphicFramePr>
        <p:xfrm>
          <a:off x="1907705" y="1651999"/>
          <a:ext cx="2304256" cy="1091725"/>
        </p:xfrm>
        <a:graphic>
          <a:graphicData uri="http://schemas.openxmlformats.org/presentationml/2006/ole">
            <mc:AlternateContent xmlns:mc="http://schemas.openxmlformats.org/markup-compatibility/2006">
              <mc:Choice xmlns:v="urn:schemas-microsoft-com:vml" Requires="v">
                <p:oleObj name="Equation" r:id="rId3" imgW="761760" imgH="355320" progId="Equation.DSMT4">
                  <p:embed/>
                </p:oleObj>
              </mc:Choice>
              <mc:Fallback>
                <p:oleObj name="Equation" r:id="rId3" imgW="761760" imgH="355320" progId="Equation.DSMT4">
                  <p:embed/>
                  <p:pic>
                    <p:nvPicPr>
                      <p:cNvPr id="3" name="Object 2">
                        <a:extLst>
                          <a:ext uri="{FF2B5EF4-FFF2-40B4-BE49-F238E27FC236}">
                            <a16:creationId xmlns:a16="http://schemas.microsoft.com/office/drawing/2014/main" id="{A27C55FE-B245-AE3B-E205-59D8CA1921B5}"/>
                          </a:ext>
                        </a:extLst>
                      </p:cNvPr>
                      <p:cNvPicPr/>
                      <p:nvPr/>
                    </p:nvPicPr>
                    <p:blipFill>
                      <a:blip r:embed="rId4"/>
                      <a:stretch>
                        <a:fillRect/>
                      </a:stretch>
                    </p:blipFill>
                    <p:spPr>
                      <a:xfrm>
                        <a:off x="1907705" y="1651999"/>
                        <a:ext cx="2304256" cy="1091725"/>
                      </a:xfrm>
                      <a:prstGeom prst="rect">
                        <a:avLst/>
                      </a:prstGeom>
                      <a:noFill/>
                      <a:ln w="15875">
                        <a:noFill/>
                      </a:ln>
                    </p:spPr>
                  </p:pic>
                </p:oleObj>
              </mc:Fallback>
            </mc:AlternateContent>
          </a:graphicData>
        </a:graphic>
      </p:graphicFrame>
      <p:pic>
        <p:nvPicPr>
          <p:cNvPr id="9" name="Picture 8">
            <a:extLst>
              <a:ext uri="{FF2B5EF4-FFF2-40B4-BE49-F238E27FC236}">
                <a16:creationId xmlns:a16="http://schemas.microsoft.com/office/drawing/2014/main" id="{AD51E4CC-C336-337C-8F8F-9935F0191FCC}"/>
              </a:ext>
            </a:extLst>
          </p:cNvPr>
          <p:cNvPicPr>
            <a:picLocks noChangeAspect="1"/>
          </p:cNvPicPr>
          <p:nvPr/>
        </p:nvPicPr>
        <p:blipFill>
          <a:blip r:embed="rId5"/>
          <a:stretch>
            <a:fillRect/>
          </a:stretch>
        </p:blipFill>
        <p:spPr>
          <a:xfrm>
            <a:off x="147062" y="2743724"/>
            <a:ext cx="4424938" cy="3501008"/>
          </a:xfrm>
          <a:prstGeom prst="rect">
            <a:avLst/>
          </a:prstGeom>
        </p:spPr>
      </p:pic>
      <p:grpSp>
        <p:nvGrpSpPr>
          <p:cNvPr id="12" name="Group 11">
            <a:extLst>
              <a:ext uri="{FF2B5EF4-FFF2-40B4-BE49-F238E27FC236}">
                <a16:creationId xmlns:a16="http://schemas.microsoft.com/office/drawing/2014/main" id="{E8A667A2-797F-F2CA-181E-D6D5702CD8EC}"/>
              </a:ext>
            </a:extLst>
          </p:cNvPr>
          <p:cNvGrpSpPr/>
          <p:nvPr/>
        </p:nvGrpSpPr>
        <p:grpSpPr>
          <a:xfrm>
            <a:off x="4645968" y="2060848"/>
            <a:ext cx="4174504" cy="3970318"/>
            <a:chOff x="4645968" y="2060848"/>
            <a:chExt cx="4174504" cy="3970318"/>
          </a:xfrm>
        </p:grpSpPr>
        <p:sp>
          <p:nvSpPr>
            <p:cNvPr id="10" name="TextBox 9">
              <a:extLst>
                <a:ext uri="{FF2B5EF4-FFF2-40B4-BE49-F238E27FC236}">
                  <a16:creationId xmlns:a16="http://schemas.microsoft.com/office/drawing/2014/main" id="{015EF26B-2F6C-987E-92C4-9F7BF10DAF4D}"/>
                </a:ext>
              </a:extLst>
            </p:cNvPr>
            <p:cNvSpPr txBox="1"/>
            <p:nvPr/>
          </p:nvSpPr>
          <p:spPr>
            <a:xfrm>
              <a:off x="4645968" y="2060848"/>
              <a:ext cx="4174504"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Confined by magnetic field lines with Larmor radius</a:t>
              </a:r>
            </a:p>
            <a:p>
              <a:pPr marL="457200" indent="-457200">
                <a:buFont typeface="Arial" panose="020B0604020202020204" pitchFamily="34" charset="0"/>
                <a:buChar char="•"/>
              </a:pP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Diamagnetic</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Free to move along magnetic field lines</a:t>
              </a:r>
              <a:endParaRPr lang="en-CA" sz="28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1" name="Object 10">
              <a:extLst>
                <a:ext uri="{FF2B5EF4-FFF2-40B4-BE49-F238E27FC236}">
                  <a16:creationId xmlns:a16="http://schemas.microsoft.com/office/drawing/2014/main" id="{0A8A3BAC-5E20-A944-C9E8-FC8392526F1B}"/>
                </a:ext>
              </a:extLst>
            </p:cNvPr>
            <p:cNvGraphicFramePr>
              <a:graphicFrameLocks noChangeAspect="1"/>
            </p:cNvGraphicFramePr>
            <p:nvPr>
              <p:extLst>
                <p:ext uri="{D42A27DB-BD31-4B8C-83A1-F6EECF244321}">
                  <p14:modId xmlns:p14="http://schemas.microsoft.com/office/powerpoint/2010/main" val="3147376342"/>
                </p:ext>
              </p:extLst>
            </p:nvPr>
          </p:nvGraphicFramePr>
          <p:xfrm>
            <a:off x="5761038" y="3335338"/>
            <a:ext cx="1535112" cy="1209675"/>
          </p:xfrm>
          <a:graphic>
            <a:graphicData uri="http://schemas.openxmlformats.org/presentationml/2006/ole">
              <mc:AlternateContent xmlns:mc="http://schemas.openxmlformats.org/markup-compatibility/2006">
                <mc:Choice xmlns:v="urn:schemas-microsoft-com:vml" Requires="v">
                  <p:oleObj name="Equation" r:id="rId6" imgW="507960" imgH="393480" progId="Equation.DSMT4">
                    <p:embed/>
                  </p:oleObj>
                </mc:Choice>
                <mc:Fallback>
                  <p:oleObj name="Equation" r:id="rId6" imgW="507960" imgH="393480" progId="Equation.DSMT4">
                    <p:embed/>
                    <p:pic>
                      <p:nvPicPr>
                        <p:cNvPr id="11" name="Object 10">
                          <a:extLst>
                            <a:ext uri="{FF2B5EF4-FFF2-40B4-BE49-F238E27FC236}">
                              <a16:creationId xmlns:a16="http://schemas.microsoft.com/office/drawing/2014/main" id="{0A8A3BAC-5E20-A944-C9E8-FC8392526F1B}"/>
                            </a:ext>
                          </a:extLst>
                        </p:cNvPr>
                        <p:cNvPicPr/>
                        <p:nvPr/>
                      </p:nvPicPr>
                      <p:blipFill>
                        <a:blip r:embed="rId7"/>
                        <a:stretch>
                          <a:fillRect/>
                        </a:stretch>
                      </p:blipFill>
                      <p:spPr>
                        <a:xfrm>
                          <a:off x="5761038" y="3335338"/>
                          <a:ext cx="1535112" cy="1209675"/>
                        </a:xfrm>
                        <a:prstGeom prst="rect">
                          <a:avLst/>
                        </a:prstGeom>
                        <a:noFill/>
                        <a:ln w="15875">
                          <a:noFill/>
                        </a:ln>
                      </p:spPr>
                    </p:pic>
                  </p:oleObj>
                </mc:Fallback>
              </mc:AlternateContent>
            </a:graphicData>
          </a:graphic>
        </p:graphicFrame>
      </p:grpSp>
      <p:sp>
        <p:nvSpPr>
          <p:cNvPr id="13" name="Date Placeholder 12">
            <a:extLst>
              <a:ext uri="{FF2B5EF4-FFF2-40B4-BE49-F238E27FC236}">
                <a16:creationId xmlns:a16="http://schemas.microsoft.com/office/drawing/2014/main" id="{EEA9A6F0-250E-FD0B-6BD9-C422B996E239}"/>
              </a:ext>
            </a:extLst>
          </p:cNvPr>
          <p:cNvSpPr>
            <a:spLocks noGrp="1"/>
          </p:cNvSpPr>
          <p:nvPr>
            <p:ph type="dt" sz="half" idx="10"/>
          </p:nvPr>
        </p:nvSpPr>
        <p:spPr/>
        <p:txBody>
          <a:bodyPr/>
          <a:lstStyle/>
          <a:p>
            <a:pPr>
              <a:defRPr/>
            </a:pPr>
            <a:fld id="{0CDD4B8C-0305-4232-969B-37F8465CAAC8}" type="datetime9">
              <a:rPr lang="en-US" smtClean="0"/>
              <a:t>10/25/2024 2:01:27 PM</a:t>
            </a:fld>
            <a:endParaRPr lang="en-CA" dirty="0"/>
          </a:p>
        </p:txBody>
      </p:sp>
      <p:sp>
        <p:nvSpPr>
          <p:cNvPr id="14" name="Slide Number Placeholder 13">
            <a:extLst>
              <a:ext uri="{FF2B5EF4-FFF2-40B4-BE49-F238E27FC236}">
                <a16:creationId xmlns:a16="http://schemas.microsoft.com/office/drawing/2014/main" id="{39C11C9D-3161-6791-C0D2-3EF90C533E8C}"/>
              </a:ext>
            </a:extLst>
          </p:cNvPr>
          <p:cNvSpPr>
            <a:spLocks noGrp="1"/>
          </p:cNvSpPr>
          <p:nvPr>
            <p:ph type="sldNum" sz="quarter" idx="12"/>
          </p:nvPr>
        </p:nvSpPr>
        <p:spPr/>
        <p:txBody>
          <a:bodyPr/>
          <a:lstStyle/>
          <a:p>
            <a:pPr>
              <a:defRPr/>
            </a:pPr>
            <a:fld id="{18598880-23BB-4E77-BAE4-1716EE602DAD}" type="slidenum">
              <a:rPr lang="en-CA" smtClean="0"/>
              <a:pPr>
                <a:defRPr/>
              </a:pPr>
              <a:t>3</a:t>
            </a:fld>
            <a:endParaRPr lang="en-CA" dirty="0"/>
          </a:p>
        </p:txBody>
      </p:sp>
    </p:spTree>
    <p:extLst>
      <p:ext uri="{BB962C8B-B14F-4D97-AF65-F5344CB8AC3E}">
        <p14:creationId xmlns:p14="http://schemas.microsoft.com/office/powerpoint/2010/main" val="3545205300"/>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3200" dirty="0">
                <a:latin typeface="Calibri" panose="020F0502020204030204" pitchFamily="34" charset="0"/>
                <a:ea typeface="Calibri" panose="020F0502020204030204" pitchFamily="34" charset="0"/>
                <a:cs typeface="Calibri" panose="020F0502020204030204" pitchFamily="34" charset="0"/>
              </a:rPr>
              <a:t>Collison causes cross-field transport</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grpSp>
        <p:nvGrpSpPr>
          <p:cNvPr id="4" name="Group 3">
            <a:extLst>
              <a:ext uri="{FF2B5EF4-FFF2-40B4-BE49-F238E27FC236}">
                <a16:creationId xmlns:a16="http://schemas.microsoft.com/office/drawing/2014/main" id="{9F9877E7-7586-DED0-5082-2B877BF0C530}"/>
              </a:ext>
            </a:extLst>
          </p:cNvPr>
          <p:cNvGrpSpPr/>
          <p:nvPr/>
        </p:nvGrpSpPr>
        <p:grpSpPr>
          <a:xfrm>
            <a:off x="2627785" y="1340768"/>
            <a:ext cx="5184574" cy="3096344"/>
            <a:chOff x="306163" y="0"/>
            <a:chExt cx="1836975" cy="1110993"/>
          </a:xfrm>
        </p:grpSpPr>
        <p:grpSp>
          <p:nvGrpSpPr>
            <p:cNvPr id="5" name="Group 4">
              <a:extLst>
                <a:ext uri="{FF2B5EF4-FFF2-40B4-BE49-F238E27FC236}">
                  <a16:creationId xmlns:a16="http://schemas.microsoft.com/office/drawing/2014/main" id="{4D57A8F9-18E4-3CFA-7B61-077040611443}"/>
                </a:ext>
              </a:extLst>
            </p:cNvPr>
            <p:cNvGrpSpPr/>
            <p:nvPr/>
          </p:nvGrpSpPr>
          <p:grpSpPr>
            <a:xfrm>
              <a:off x="415126" y="0"/>
              <a:ext cx="1597660" cy="801370"/>
              <a:chOff x="109538" y="42855"/>
              <a:chExt cx="1828802" cy="942983"/>
            </a:xfrm>
          </p:grpSpPr>
          <p:sp>
            <p:nvSpPr>
              <p:cNvPr id="11" name="Arc 10">
                <a:extLst>
                  <a:ext uri="{FF2B5EF4-FFF2-40B4-BE49-F238E27FC236}">
                    <a16:creationId xmlns:a16="http://schemas.microsoft.com/office/drawing/2014/main" id="{3212A190-A533-484F-52A7-3360D239DF04}"/>
                  </a:ext>
                </a:extLst>
              </p:cNvPr>
              <p:cNvSpPr/>
              <p:nvPr/>
            </p:nvSpPr>
            <p:spPr>
              <a:xfrm>
                <a:off x="109538" y="71438"/>
                <a:ext cx="914400" cy="914400"/>
              </a:xfrm>
              <a:prstGeom prst="arc">
                <a:avLst>
                  <a:gd name="adj1" fmla="val 16200000"/>
                  <a:gd name="adj2" fmla="val 16175178"/>
                </a:avLst>
              </a:prstGeom>
              <a:noFill/>
              <a:ln w="34925" cap="flat" cmpd="sng" algn="ctr">
                <a:solidFill>
                  <a:sysClr val="windowText" lastClr="000000"/>
                </a:solidFill>
                <a:prstDash val="dash"/>
                <a:tailEnd type="arrow"/>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CA"/>
              </a:p>
            </p:txBody>
          </p:sp>
          <p:sp>
            <p:nvSpPr>
              <p:cNvPr id="12" name="Arc 11">
                <a:extLst>
                  <a:ext uri="{FF2B5EF4-FFF2-40B4-BE49-F238E27FC236}">
                    <a16:creationId xmlns:a16="http://schemas.microsoft.com/office/drawing/2014/main" id="{7983469D-68EE-22C8-BD08-6F03FE9CDB0B}"/>
                  </a:ext>
                </a:extLst>
              </p:cNvPr>
              <p:cNvSpPr/>
              <p:nvPr/>
            </p:nvSpPr>
            <p:spPr>
              <a:xfrm>
                <a:off x="1023939" y="42855"/>
                <a:ext cx="914401" cy="914401"/>
              </a:xfrm>
              <a:prstGeom prst="arc">
                <a:avLst>
                  <a:gd name="adj1" fmla="val 4079647"/>
                  <a:gd name="adj2" fmla="val 3982834"/>
                </a:avLst>
              </a:prstGeom>
              <a:noFill/>
              <a:ln w="34925" cap="flat" cmpd="sng" algn="ctr">
                <a:solidFill>
                  <a:sysClr val="windowText" lastClr="000000"/>
                </a:solidFill>
                <a:prstDash val="solid"/>
                <a:tailEnd type="arrow"/>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CA"/>
              </a:p>
            </p:txBody>
          </p:sp>
          <p:sp>
            <p:nvSpPr>
              <p:cNvPr id="13" name="Text Box 2">
                <a:extLst>
                  <a:ext uri="{FF2B5EF4-FFF2-40B4-BE49-F238E27FC236}">
                    <a16:creationId xmlns:a16="http://schemas.microsoft.com/office/drawing/2014/main" id="{A5B03C69-9DB8-CCD4-5339-E936023D49DE}"/>
                  </a:ext>
                </a:extLst>
              </p:cNvPr>
              <p:cNvSpPr txBox="1">
                <a:spLocks noChangeArrowheads="1"/>
              </p:cNvSpPr>
              <p:nvPr/>
            </p:nvSpPr>
            <p:spPr bwMode="auto">
              <a:xfrm>
                <a:off x="571614" y="361951"/>
                <a:ext cx="318769" cy="304799"/>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CA" sz="1100">
                    <a:effectLst/>
                    <a:latin typeface="Calibri" panose="020F0502020204030204" pitchFamily="34" charset="0"/>
                    <a:ea typeface="SimSun" panose="02010600030101010101" pitchFamily="2" charset="-122"/>
                    <a:cs typeface="Times New Roman" panose="02020603050405020304" pitchFamily="18" charset="0"/>
                  </a:rPr>
                  <a:t> </a:t>
                </a:r>
              </a:p>
            </p:txBody>
          </p:sp>
          <p:cxnSp>
            <p:nvCxnSpPr>
              <p:cNvPr id="15" name="Straight Arrow Connector 14">
                <a:extLst>
                  <a:ext uri="{FF2B5EF4-FFF2-40B4-BE49-F238E27FC236}">
                    <a16:creationId xmlns:a16="http://schemas.microsoft.com/office/drawing/2014/main" id="{5D6B55A7-3944-3147-B083-425495DE838A}"/>
                  </a:ext>
                </a:extLst>
              </p:cNvPr>
              <p:cNvCxnSpPr>
                <a:cxnSpLocks/>
              </p:cNvCxnSpPr>
              <p:nvPr/>
            </p:nvCxnSpPr>
            <p:spPr>
              <a:xfrm flipV="1">
                <a:off x="582654" y="225272"/>
                <a:ext cx="286275" cy="279553"/>
              </a:xfrm>
              <a:prstGeom prst="straightConnector1">
                <a:avLst/>
              </a:prstGeom>
              <a:noFill/>
              <a:ln w="28575" cap="flat" cmpd="sng" algn="ctr">
                <a:solidFill>
                  <a:sysClr val="windowText" lastClr="000000"/>
                </a:solidFill>
                <a:prstDash val="solid"/>
                <a:tailEnd type="triangle"/>
              </a:ln>
              <a:effectLst/>
            </p:spPr>
          </p:cxnSp>
          <p:sp>
            <p:nvSpPr>
              <p:cNvPr id="16" name="Text Box 2">
                <a:extLst>
                  <a:ext uri="{FF2B5EF4-FFF2-40B4-BE49-F238E27FC236}">
                    <a16:creationId xmlns:a16="http://schemas.microsoft.com/office/drawing/2014/main" id="{BC39E6E3-59BC-B736-8C02-A3AA0C61F6C7}"/>
                  </a:ext>
                </a:extLst>
              </p:cNvPr>
              <p:cNvSpPr txBox="1">
                <a:spLocks noChangeArrowheads="1"/>
              </p:cNvSpPr>
              <p:nvPr/>
            </p:nvSpPr>
            <p:spPr bwMode="auto">
              <a:xfrm>
                <a:off x="392081" y="342897"/>
                <a:ext cx="318770" cy="342900"/>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CA" sz="1100">
                    <a:effectLst/>
                    <a:latin typeface="Calibri" panose="020F0502020204030204" pitchFamily="34" charset="0"/>
                    <a:ea typeface="SimSun" panose="02010600030101010101" pitchFamily="2" charset="-122"/>
                    <a:cs typeface="Times New Roman" panose="02020603050405020304" pitchFamily="18" charset="0"/>
                  </a:rPr>
                  <a:t> </a:t>
                </a:r>
                <a:r>
                  <a:rPr lang="en-US" sz="1100">
                    <a:effectLst/>
                    <a:latin typeface="Calibri" panose="020F0502020204030204" pitchFamily="34" charset="0"/>
                    <a:ea typeface="SimSun" panose="02010600030101010101" pitchFamily="2" charset="-122"/>
                    <a:cs typeface="Times New Roman" panose="02020603050405020304" pitchFamily="18" charset="0"/>
                  </a:rPr>
                  <a:t>  </a:t>
                </a:r>
                <a:endParaRPr lang="en-CA" sz="1100">
                  <a:effectLst/>
                  <a:latin typeface="Calibri" panose="020F0502020204030204" pitchFamily="34" charset="0"/>
                  <a:ea typeface="SimSun" panose="02010600030101010101" pitchFamily="2" charset="-122"/>
                  <a:cs typeface="Times New Roman" panose="02020603050405020304" pitchFamily="18" charset="0"/>
                </a:endParaRPr>
              </a:p>
            </p:txBody>
          </p:sp>
        </p:grpSp>
        <p:sp>
          <p:nvSpPr>
            <p:cNvPr id="7" name="Text Box 2">
              <a:extLst>
                <a:ext uri="{FF2B5EF4-FFF2-40B4-BE49-F238E27FC236}">
                  <a16:creationId xmlns:a16="http://schemas.microsoft.com/office/drawing/2014/main" id="{4C0773DC-F603-5018-294E-5DD0834B8656}"/>
                </a:ext>
              </a:extLst>
            </p:cNvPr>
            <p:cNvSpPr txBox="1">
              <a:spLocks noChangeArrowheads="1"/>
            </p:cNvSpPr>
            <p:nvPr/>
          </p:nvSpPr>
          <p:spPr bwMode="auto">
            <a:xfrm>
              <a:off x="306163" y="861037"/>
              <a:ext cx="907792" cy="249956"/>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US" sz="2800" dirty="0">
                  <a:effectLst/>
                  <a:latin typeface="Calibri" panose="020F0502020204030204" pitchFamily="34" charset="0"/>
                  <a:ea typeface="SimSun" panose="02010600030101010101" pitchFamily="2" charset="-122"/>
                  <a:cs typeface="Times New Roman" panose="02020603050405020304" pitchFamily="18" charset="0"/>
                </a:rPr>
                <a:t>Before collision</a:t>
              </a:r>
              <a:endParaRPr lang="en-CA" sz="28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8" name="Text Box 2">
              <a:extLst>
                <a:ext uri="{FF2B5EF4-FFF2-40B4-BE49-F238E27FC236}">
                  <a16:creationId xmlns:a16="http://schemas.microsoft.com/office/drawing/2014/main" id="{16F236E4-847A-433E-777E-25E099ABA7DD}"/>
                </a:ext>
              </a:extLst>
            </p:cNvPr>
            <p:cNvSpPr txBox="1">
              <a:spLocks noChangeArrowheads="1"/>
            </p:cNvSpPr>
            <p:nvPr/>
          </p:nvSpPr>
          <p:spPr bwMode="auto">
            <a:xfrm>
              <a:off x="1283937" y="861037"/>
              <a:ext cx="859201" cy="227818"/>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r>
                <a:rPr lang="en-US" sz="2800" dirty="0">
                  <a:effectLst/>
                  <a:latin typeface="Calibri" panose="020F0502020204030204" pitchFamily="34" charset="0"/>
                  <a:ea typeface="SimSun" panose="02010600030101010101" pitchFamily="2" charset="-122"/>
                  <a:cs typeface="Times New Roman" panose="02020603050405020304" pitchFamily="18" charset="0"/>
                </a:rPr>
                <a:t>After collision</a:t>
              </a:r>
              <a:endParaRPr lang="en-CA" sz="2800" dirty="0">
                <a:effectLst/>
                <a:latin typeface="Calibri" panose="020F0502020204030204" pitchFamily="34" charset="0"/>
                <a:ea typeface="SimSun" panose="02010600030101010101" pitchFamily="2" charset="-122"/>
                <a:cs typeface="Times New Roman" panose="02020603050405020304" pitchFamily="18" charset="0"/>
              </a:endParaRPr>
            </a:p>
          </p:txBody>
        </p:sp>
      </p:grpSp>
      <p:graphicFrame>
        <p:nvGraphicFramePr>
          <p:cNvPr id="18" name="Object 17">
            <a:extLst>
              <a:ext uri="{FF2B5EF4-FFF2-40B4-BE49-F238E27FC236}">
                <a16:creationId xmlns:a16="http://schemas.microsoft.com/office/drawing/2014/main" id="{788E9FC3-20CC-6B9C-3A32-CB0B9E4D1A36}"/>
              </a:ext>
            </a:extLst>
          </p:cNvPr>
          <p:cNvGraphicFramePr>
            <a:graphicFrameLocks noChangeAspect="1"/>
          </p:cNvGraphicFramePr>
          <p:nvPr>
            <p:extLst>
              <p:ext uri="{D42A27DB-BD31-4B8C-83A1-F6EECF244321}">
                <p14:modId xmlns:p14="http://schemas.microsoft.com/office/powerpoint/2010/main" val="1598997080"/>
              </p:ext>
            </p:extLst>
          </p:nvPr>
        </p:nvGraphicFramePr>
        <p:xfrm>
          <a:off x="3896146" y="1625079"/>
          <a:ext cx="384175" cy="584200"/>
        </p:xfrm>
        <a:graphic>
          <a:graphicData uri="http://schemas.openxmlformats.org/presentationml/2006/ole">
            <mc:AlternateContent xmlns:mc="http://schemas.openxmlformats.org/markup-compatibility/2006">
              <mc:Choice xmlns:v="urn:schemas-microsoft-com:vml" Requires="v">
                <p:oleObj name="Equation" r:id="rId3" imgW="126720" imgH="190440" progId="Equation.DSMT4">
                  <p:embed/>
                </p:oleObj>
              </mc:Choice>
              <mc:Fallback>
                <p:oleObj name="Equation" r:id="rId3" imgW="126720" imgH="190440" progId="Equation.DSMT4">
                  <p:embed/>
                  <p:pic>
                    <p:nvPicPr>
                      <p:cNvPr id="18" name="Object 17">
                        <a:extLst>
                          <a:ext uri="{FF2B5EF4-FFF2-40B4-BE49-F238E27FC236}">
                            <a16:creationId xmlns:a16="http://schemas.microsoft.com/office/drawing/2014/main" id="{788E9FC3-20CC-6B9C-3A32-CB0B9E4D1A36}"/>
                          </a:ext>
                        </a:extLst>
                      </p:cNvPr>
                      <p:cNvPicPr/>
                      <p:nvPr/>
                    </p:nvPicPr>
                    <p:blipFill>
                      <a:blip r:embed="rId4"/>
                      <a:stretch>
                        <a:fillRect/>
                      </a:stretch>
                    </p:blipFill>
                    <p:spPr>
                      <a:xfrm>
                        <a:off x="3896146" y="1625079"/>
                        <a:ext cx="384175" cy="584200"/>
                      </a:xfrm>
                      <a:prstGeom prst="rect">
                        <a:avLst/>
                      </a:prstGeom>
                      <a:noFill/>
                      <a:ln w="15875">
                        <a:noFill/>
                      </a:ln>
                    </p:spPr>
                  </p:pic>
                </p:oleObj>
              </mc:Fallback>
            </mc:AlternateContent>
          </a:graphicData>
        </a:graphic>
      </p:graphicFrame>
      <p:sp>
        <p:nvSpPr>
          <p:cNvPr id="19" name="Oval 18">
            <a:extLst>
              <a:ext uri="{FF2B5EF4-FFF2-40B4-BE49-F238E27FC236}">
                <a16:creationId xmlns:a16="http://schemas.microsoft.com/office/drawing/2014/main" id="{3AD66F96-1604-C7FE-7DE0-633A4307FCFF}"/>
              </a:ext>
            </a:extLst>
          </p:cNvPr>
          <p:cNvSpPr/>
          <p:nvPr/>
        </p:nvSpPr>
        <p:spPr>
          <a:xfrm>
            <a:off x="5071152" y="2315571"/>
            <a:ext cx="213811" cy="238713"/>
          </a:xfrm>
          <a:prstGeom prst="ellipse">
            <a:avLst/>
          </a:prstGeom>
          <a:solidFill>
            <a:srgbClr val="64EC3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23" name="Group 22">
            <a:extLst>
              <a:ext uri="{FF2B5EF4-FFF2-40B4-BE49-F238E27FC236}">
                <a16:creationId xmlns:a16="http://schemas.microsoft.com/office/drawing/2014/main" id="{799C5995-1EEC-1674-863D-865210693916}"/>
              </a:ext>
            </a:extLst>
          </p:cNvPr>
          <p:cNvGrpSpPr/>
          <p:nvPr/>
        </p:nvGrpSpPr>
        <p:grpSpPr>
          <a:xfrm>
            <a:off x="6129296" y="2103872"/>
            <a:ext cx="807169" cy="544513"/>
            <a:chOff x="6084169" y="1990725"/>
            <a:chExt cx="807169" cy="544513"/>
          </a:xfrm>
        </p:grpSpPr>
        <p:sp>
          <p:nvSpPr>
            <p:cNvPr id="20" name="Oval 19">
              <a:extLst>
                <a:ext uri="{FF2B5EF4-FFF2-40B4-BE49-F238E27FC236}">
                  <a16:creationId xmlns:a16="http://schemas.microsoft.com/office/drawing/2014/main" id="{4C19983A-BFE4-9044-15FF-94A084D2347C}"/>
                </a:ext>
              </a:extLst>
            </p:cNvPr>
            <p:cNvSpPr/>
            <p:nvPr/>
          </p:nvSpPr>
          <p:spPr>
            <a:xfrm>
              <a:off x="6210269" y="2225394"/>
              <a:ext cx="89923" cy="9017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7A719844-7949-C796-4A5B-398C58645430}"/>
                </a:ext>
              </a:extLst>
            </p:cNvPr>
            <p:cNvSpPr/>
            <p:nvPr/>
          </p:nvSpPr>
          <p:spPr>
            <a:xfrm>
              <a:off x="6084169" y="2096536"/>
              <a:ext cx="360040" cy="33839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aphicFrame>
          <p:nvGraphicFramePr>
            <p:cNvPr id="22" name="Object 21">
              <a:extLst>
                <a:ext uri="{FF2B5EF4-FFF2-40B4-BE49-F238E27FC236}">
                  <a16:creationId xmlns:a16="http://schemas.microsoft.com/office/drawing/2014/main" id="{9C0C33A9-B184-52BE-EA25-3601019AA368}"/>
                </a:ext>
              </a:extLst>
            </p:cNvPr>
            <p:cNvGraphicFramePr>
              <a:graphicFrameLocks noChangeAspect="1"/>
            </p:cNvGraphicFramePr>
            <p:nvPr>
              <p:extLst>
                <p:ext uri="{D42A27DB-BD31-4B8C-83A1-F6EECF244321}">
                  <p14:modId xmlns:p14="http://schemas.microsoft.com/office/powerpoint/2010/main" val="3231692897"/>
                </p:ext>
              </p:extLst>
            </p:nvPr>
          </p:nvGraphicFramePr>
          <p:xfrm>
            <a:off x="6469063" y="1990725"/>
            <a:ext cx="422275" cy="544513"/>
          </p:xfrm>
          <a:graphic>
            <a:graphicData uri="http://schemas.openxmlformats.org/presentationml/2006/ole">
              <mc:AlternateContent xmlns:mc="http://schemas.openxmlformats.org/markup-compatibility/2006">
                <mc:Choice xmlns:v="urn:schemas-microsoft-com:vml" Requires="v">
                  <p:oleObj name="Equation" r:id="rId5" imgW="139680" imgH="177480" progId="Equation.DSMT4">
                    <p:embed/>
                  </p:oleObj>
                </mc:Choice>
                <mc:Fallback>
                  <p:oleObj name="Equation" r:id="rId5" imgW="139680" imgH="177480" progId="Equation.DSMT4">
                    <p:embed/>
                    <p:pic>
                      <p:nvPicPr>
                        <p:cNvPr id="22" name="Object 21">
                          <a:extLst>
                            <a:ext uri="{FF2B5EF4-FFF2-40B4-BE49-F238E27FC236}">
                              <a16:creationId xmlns:a16="http://schemas.microsoft.com/office/drawing/2014/main" id="{9C0C33A9-B184-52BE-EA25-3601019AA368}"/>
                            </a:ext>
                          </a:extLst>
                        </p:cNvPr>
                        <p:cNvPicPr/>
                        <p:nvPr/>
                      </p:nvPicPr>
                      <p:blipFill>
                        <a:blip r:embed="rId6"/>
                        <a:stretch>
                          <a:fillRect/>
                        </a:stretch>
                      </p:blipFill>
                      <p:spPr>
                        <a:xfrm>
                          <a:off x="6469063" y="1990725"/>
                          <a:ext cx="422275" cy="544513"/>
                        </a:xfrm>
                        <a:prstGeom prst="rect">
                          <a:avLst/>
                        </a:prstGeom>
                        <a:noFill/>
                        <a:ln w="15875">
                          <a:noFill/>
                        </a:ln>
                      </p:spPr>
                    </p:pic>
                  </p:oleObj>
                </mc:Fallback>
              </mc:AlternateContent>
            </a:graphicData>
          </a:graphic>
        </p:graphicFrame>
      </p:grpSp>
      <p:sp>
        <p:nvSpPr>
          <p:cNvPr id="24" name="TextBox 23">
            <a:extLst>
              <a:ext uri="{FF2B5EF4-FFF2-40B4-BE49-F238E27FC236}">
                <a16:creationId xmlns:a16="http://schemas.microsoft.com/office/drawing/2014/main" id="{655E2433-AA6F-6F4C-336E-BD0B14B81994}"/>
              </a:ext>
            </a:extLst>
          </p:cNvPr>
          <p:cNvSpPr txBox="1"/>
          <p:nvPr/>
        </p:nvSpPr>
        <p:spPr>
          <a:xfrm>
            <a:off x="1306262" y="4798806"/>
            <a:ext cx="3875548" cy="584775"/>
          </a:xfrm>
          <a:prstGeom prst="rect">
            <a:avLst/>
          </a:prstGeom>
          <a:noFill/>
        </p:spPr>
        <p:txBody>
          <a:bodyPr wrap="none" rtlCol="0">
            <a:spAutoFit/>
          </a:bodyPr>
          <a:lstStyle/>
          <a:p>
            <a:r>
              <a:rPr lang="en-US" sz="3200" dirty="0"/>
              <a:t>Radom walk step length:</a:t>
            </a:r>
            <a:endParaRPr lang="en-CA" sz="3200" dirty="0"/>
          </a:p>
        </p:txBody>
      </p:sp>
      <p:graphicFrame>
        <p:nvGraphicFramePr>
          <p:cNvPr id="25" name="Object 24">
            <a:extLst>
              <a:ext uri="{FF2B5EF4-FFF2-40B4-BE49-F238E27FC236}">
                <a16:creationId xmlns:a16="http://schemas.microsoft.com/office/drawing/2014/main" id="{E8D67868-3AD9-7487-B684-3D8B07266196}"/>
              </a:ext>
            </a:extLst>
          </p:cNvPr>
          <p:cNvGraphicFramePr>
            <a:graphicFrameLocks noChangeAspect="1"/>
          </p:cNvGraphicFramePr>
          <p:nvPr>
            <p:extLst>
              <p:ext uri="{D42A27DB-BD31-4B8C-83A1-F6EECF244321}">
                <p14:modId xmlns:p14="http://schemas.microsoft.com/office/powerpoint/2010/main" val="3752010945"/>
              </p:ext>
            </p:extLst>
          </p:nvPr>
        </p:nvGraphicFramePr>
        <p:xfrm>
          <a:off x="5178057" y="4806340"/>
          <a:ext cx="1036638" cy="584200"/>
        </p:xfrm>
        <a:graphic>
          <a:graphicData uri="http://schemas.openxmlformats.org/presentationml/2006/ole">
            <mc:AlternateContent xmlns:mc="http://schemas.openxmlformats.org/markup-compatibility/2006">
              <mc:Choice xmlns:v="urn:schemas-microsoft-com:vml" Requires="v">
                <p:oleObj name="Equation" r:id="rId7" imgW="342720" imgH="190440" progId="Equation.DSMT4">
                  <p:embed/>
                </p:oleObj>
              </mc:Choice>
              <mc:Fallback>
                <p:oleObj name="Equation" r:id="rId7" imgW="342720" imgH="190440" progId="Equation.DSMT4">
                  <p:embed/>
                  <p:pic>
                    <p:nvPicPr>
                      <p:cNvPr id="25" name="Object 24">
                        <a:extLst>
                          <a:ext uri="{FF2B5EF4-FFF2-40B4-BE49-F238E27FC236}">
                            <a16:creationId xmlns:a16="http://schemas.microsoft.com/office/drawing/2014/main" id="{E8D67868-3AD9-7487-B684-3D8B07266196}"/>
                          </a:ext>
                        </a:extLst>
                      </p:cNvPr>
                      <p:cNvPicPr/>
                      <p:nvPr/>
                    </p:nvPicPr>
                    <p:blipFill>
                      <a:blip r:embed="rId8"/>
                      <a:stretch>
                        <a:fillRect/>
                      </a:stretch>
                    </p:blipFill>
                    <p:spPr>
                      <a:xfrm>
                        <a:off x="5178057" y="4806340"/>
                        <a:ext cx="1036638" cy="584200"/>
                      </a:xfrm>
                      <a:prstGeom prst="rect">
                        <a:avLst/>
                      </a:prstGeom>
                      <a:noFill/>
                      <a:ln w="15875">
                        <a:noFill/>
                      </a:ln>
                    </p:spPr>
                  </p:pic>
                </p:oleObj>
              </mc:Fallback>
            </mc:AlternateContent>
          </a:graphicData>
        </a:graphic>
      </p:graphicFrame>
      <p:sp>
        <p:nvSpPr>
          <p:cNvPr id="26" name="Date Placeholder 25">
            <a:extLst>
              <a:ext uri="{FF2B5EF4-FFF2-40B4-BE49-F238E27FC236}">
                <a16:creationId xmlns:a16="http://schemas.microsoft.com/office/drawing/2014/main" id="{CAB80D5D-B983-EBE9-9CE2-C2178625999A}"/>
              </a:ext>
            </a:extLst>
          </p:cNvPr>
          <p:cNvSpPr>
            <a:spLocks noGrp="1"/>
          </p:cNvSpPr>
          <p:nvPr>
            <p:ph type="dt" sz="half" idx="10"/>
          </p:nvPr>
        </p:nvSpPr>
        <p:spPr/>
        <p:txBody>
          <a:bodyPr/>
          <a:lstStyle/>
          <a:p>
            <a:pPr>
              <a:defRPr/>
            </a:pPr>
            <a:fld id="{D1D94AFF-E89A-4A63-B67E-F2804BF5E595}" type="datetime9">
              <a:rPr lang="en-US" smtClean="0"/>
              <a:t>10/25/2024 2:03:00 PM</a:t>
            </a:fld>
            <a:endParaRPr lang="en-CA" dirty="0"/>
          </a:p>
        </p:txBody>
      </p:sp>
      <p:sp>
        <p:nvSpPr>
          <p:cNvPr id="27" name="Slide Number Placeholder 26">
            <a:extLst>
              <a:ext uri="{FF2B5EF4-FFF2-40B4-BE49-F238E27FC236}">
                <a16:creationId xmlns:a16="http://schemas.microsoft.com/office/drawing/2014/main" id="{1C833861-D706-97C4-15DC-3FF271F0EEC3}"/>
              </a:ext>
            </a:extLst>
          </p:cNvPr>
          <p:cNvSpPr>
            <a:spLocks noGrp="1"/>
          </p:cNvSpPr>
          <p:nvPr>
            <p:ph type="sldNum" sz="quarter" idx="12"/>
          </p:nvPr>
        </p:nvSpPr>
        <p:spPr/>
        <p:txBody>
          <a:bodyPr/>
          <a:lstStyle/>
          <a:p>
            <a:pPr>
              <a:defRPr/>
            </a:pPr>
            <a:fld id="{18598880-23BB-4E77-BAE4-1716EE602DAD}" type="slidenum">
              <a:rPr lang="en-CA" smtClean="0"/>
              <a:pPr>
                <a:defRPr/>
              </a:pPr>
              <a:t>4</a:t>
            </a:fld>
            <a:endParaRPr lang="en-CA" dirty="0"/>
          </a:p>
        </p:txBody>
      </p:sp>
      <p:sp>
        <p:nvSpPr>
          <p:cNvPr id="2" name="Oval 1">
            <a:extLst>
              <a:ext uri="{FF2B5EF4-FFF2-40B4-BE49-F238E27FC236}">
                <a16:creationId xmlns:a16="http://schemas.microsoft.com/office/drawing/2014/main" id="{79579F25-D977-299F-BA00-1A86FBE88BA6}"/>
              </a:ext>
            </a:extLst>
          </p:cNvPr>
          <p:cNvSpPr/>
          <p:nvPr/>
        </p:nvSpPr>
        <p:spPr>
          <a:xfrm>
            <a:off x="4869171" y="1745882"/>
            <a:ext cx="213811" cy="2387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Oval 2">
            <a:extLst>
              <a:ext uri="{FF2B5EF4-FFF2-40B4-BE49-F238E27FC236}">
                <a16:creationId xmlns:a16="http://schemas.microsoft.com/office/drawing/2014/main" id="{184B7DC0-E854-0C9D-7CE9-6DE4698E2F08}"/>
              </a:ext>
            </a:extLst>
          </p:cNvPr>
          <p:cNvSpPr/>
          <p:nvPr/>
        </p:nvSpPr>
        <p:spPr>
          <a:xfrm>
            <a:off x="5537763" y="1436356"/>
            <a:ext cx="213811" cy="2387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666606794"/>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3200" dirty="0">
                <a:latin typeface="Calibri" panose="020F0502020204030204" pitchFamily="34" charset="0"/>
                <a:ea typeface="Calibri" panose="020F0502020204030204" pitchFamily="34" charset="0"/>
                <a:cs typeface="Calibri" panose="020F0502020204030204" pitchFamily="34" charset="0"/>
              </a:rPr>
              <a:t>Fick’s Law and diffusion coefficient</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24" name="TextBox 23">
            <a:extLst>
              <a:ext uri="{FF2B5EF4-FFF2-40B4-BE49-F238E27FC236}">
                <a16:creationId xmlns:a16="http://schemas.microsoft.com/office/drawing/2014/main" id="{655E2433-AA6F-6F4C-336E-BD0B14B81994}"/>
              </a:ext>
            </a:extLst>
          </p:cNvPr>
          <p:cNvSpPr txBox="1"/>
          <p:nvPr/>
        </p:nvSpPr>
        <p:spPr>
          <a:xfrm>
            <a:off x="683568" y="908720"/>
            <a:ext cx="1747786" cy="584775"/>
          </a:xfrm>
          <a:prstGeom prst="rect">
            <a:avLst/>
          </a:prstGeom>
          <a:noFill/>
        </p:spPr>
        <p:txBody>
          <a:bodyPr wrap="none" rtlCol="0">
            <a:spAutoFit/>
          </a:bodyPr>
          <a:lstStyle/>
          <a:p>
            <a:r>
              <a:rPr lang="en-US" sz="3200" dirty="0"/>
              <a:t>Fick’s law:</a:t>
            </a:r>
            <a:endParaRPr lang="en-CA" sz="3200" dirty="0"/>
          </a:p>
        </p:txBody>
      </p:sp>
      <p:graphicFrame>
        <p:nvGraphicFramePr>
          <p:cNvPr id="25" name="Object 24">
            <a:extLst>
              <a:ext uri="{FF2B5EF4-FFF2-40B4-BE49-F238E27FC236}">
                <a16:creationId xmlns:a16="http://schemas.microsoft.com/office/drawing/2014/main" id="{E8D67868-3AD9-7487-B684-3D8B07266196}"/>
              </a:ext>
            </a:extLst>
          </p:cNvPr>
          <p:cNvGraphicFramePr>
            <a:graphicFrameLocks noChangeAspect="1"/>
          </p:cNvGraphicFramePr>
          <p:nvPr>
            <p:extLst>
              <p:ext uri="{D42A27DB-BD31-4B8C-83A1-F6EECF244321}">
                <p14:modId xmlns:p14="http://schemas.microsoft.com/office/powerpoint/2010/main" val="3015088422"/>
              </p:ext>
            </p:extLst>
          </p:nvPr>
        </p:nvGraphicFramePr>
        <p:xfrm>
          <a:off x="3059832" y="1340768"/>
          <a:ext cx="1765300" cy="584200"/>
        </p:xfrm>
        <a:graphic>
          <a:graphicData uri="http://schemas.openxmlformats.org/presentationml/2006/ole">
            <mc:AlternateContent xmlns:mc="http://schemas.openxmlformats.org/markup-compatibility/2006">
              <mc:Choice xmlns:v="urn:schemas-microsoft-com:vml" Requires="v">
                <p:oleObj name="Equation" r:id="rId3" imgW="583920" imgH="190440" progId="Equation.DSMT4">
                  <p:embed/>
                </p:oleObj>
              </mc:Choice>
              <mc:Fallback>
                <p:oleObj name="Equation" r:id="rId3" imgW="583920" imgH="190440" progId="Equation.DSMT4">
                  <p:embed/>
                  <p:pic>
                    <p:nvPicPr>
                      <p:cNvPr id="25" name="Object 24">
                        <a:extLst>
                          <a:ext uri="{FF2B5EF4-FFF2-40B4-BE49-F238E27FC236}">
                            <a16:creationId xmlns:a16="http://schemas.microsoft.com/office/drawing/2014/main" id="{E8D67868-3AD9-7487-B684-3D8B07266196}"/>
                          </a:ext>
                        </a:extLst>
                      </p:cNvPr>
                      <p:cNvPicPr/>
                      <p:nvPr/>
                    </p:nvPicPr>
                    <p:blipFill>
                      <a:blip r:embed="rId4"/>
                      <a:stretch>
                        <a:fillRect/>
                      </a:stretch>
                    </p:blipFill>
                    <p:spPr>
                      <a:xfrm>
                        <a:off x="3059832" y="1340768"/>
                        <a:ext cx="1765300" cy="584200"/>
                      </a:xfrm>
                      <a:prstGeom prst="rect">
                        <a:avLst/>
                      </a:prstGeom>
                      <a:noFill/>
                      <a:ln w="15875">
                        <a:noFill/>
                      </a:ln>
                    </p:spPr>
                  </p:pic>
                </p:oleObj>
              </mc:Fallback>
            </mc:AlternateContent>
          </a:graphicData>
        </a:graphic>
      </p:graphicFrame>
      <p:sp>
        <p:nvSpPr>
          <p:cNvPr id="2" name="TextBox 1">
            <a:extLst>
              <a:ext uri="{FF2B5EF4-FFF2-40B4-BE49-F238E27FC236}">
                <a16:creationId xmlns:a16="http://schemas.microsoft.com/office/drawing/2014/main" id="{1E18B684-39F5-BE16-D0D6-9FC4F1BD7AD9}"/>
              </a:ext>
            </a:extLst>
          </p:cNvPr>
          <p:cNvSpPr txBox="1"/>
          <p:nvPr/>
        </p:nvSpPr>
        <p:spPr>
          <a:xfrm>
            <a:off x="755576" y="2302158"/>
            <a:ext cx="7892032" cy="1077218"/>
          </a:xfrm>
          <a:prstGeom prst="rect">
            <a:avLst/>
          </a:prstGeom>
          <a:noFill/>
        </p:spPr>
        <p:txBody>
          <a:bodyPr wrap="none" rtlCol="0">
            <a:spAutoFit/>
          </a:bodyPr>
          <a:lstStyle/>
          <a:p>
            <a:pPr marL="457200" indent="-457200">
              <a:buFont typeface="Arial" panose="020B0604020202020204" pitchFamily="34" charset="0"/>
              <a:buChar char="•"/>
            </a:pPr>
            <a:r>
              <a:rPr lang="en-US" sz="3200" dirty="0"/>
              <a:t>Particles diffuse from high to low density region</a:t>
            </a:r>
          </a:p>
          <a:p>
            <a:pPr marL="457200" indent="-457200">
              <a:buFont typeface="Arial" panose="020B0604020202020204" pitchFamily="34" charset="0"/>
              <a:buChar char="•"/>
            </a:pPr>
            <a:r>
              <a:rPr lang="en-US" sz="3200" dirty="0"/>
              <a:t>The diffusion coefficient is </a:t>
            </a:r>
            <a:endParaRPr lang="en-CA" sz="3200" dirty="0"/>
          </a:p>
        </p:txBody>
      </p:sp>
      <p:graphicFrame>
        <p:nvGraphicFramePr>
          <p:cNvPr id="3" name="Object 2">
            <a:extLst>
              <a:ext uri="{FF2B5EF4-FFF2-40B4-BE49-F238E27FC236}">
                <a16:creationId xmlns:a16="http://schemas.microsoft.com/office/drawing/2014/main" id="{B8D91C9F-E82D-98F5-A4A0-16C640AC72CD}"/>
              </a:ext>
            </a:extLst>
          </p:cNvPr>
          <p:cNvGraphicFramePr>
            <a:graphicFrameLocks noChangeAspect="1"/>
          </p:cNvGraphicFramePr>
          <p:nvPr>
            <p:extLst>
              <p:ext uri="{D42A27DB-BD31-4B8C-83A1-F6EECF244321}">
                <p14:modId xmlns:p14="http://schemas.microsoft.com/office/powerpoint/2010/main" val="418589406"/>
              </p:ext>
            </p:extLst>
          </p:nvPr>
        </p:nvGraphicFramePr>
        <p:xfrm>
          <a:off x="3497133" y="3402230"/>
          <a:ext cx="1304925" cy="1128713"/>
        </p:xfrm>
        <a:graphic>
          <a:graphicData uri="http://schemas.openxmlformats.org/presentationml/2006/ole">
            <mc:AlternateContent xmlns:mc="http://schemas.openxmlformats.org/markup-compatibility/2006">
              <mc:Choice xmlns:v="urn:schemas-microsoft-com:vml" Requires="v">
                <p:oleObj name="Equation" r:id="rId5" imgW="431640" imgH="368280" progId="Equation.DSMT4">
                  <p:embed/>
                </p:oleObj>
              </mc:Choice>
              <mc:Fallback>
                <p:oleObj name="Equation" r:id="rId5" imgW="431640" imgH="368280" progId="Equation.DSMT4">
                  <p:embed/>
                  <p:pic>
                    <p:nvPicPr>
                      <p:cNvPr id="3" name="Object 2">
                        <a:extLst>
                          <a:ext uri="{FF2B5EF4-FFF2-40B4-BE49-F238E27FC236}">
                            <a16:creationId xmlns:a16="http://schemas.microsoft.com/office/drawing/2014/main" id="{B8D91C9F-E82D-98F5-A4A0-16C640AC72CD}"/>
                          </a:ext>
                        </a:extLst>
                      </p:cNvPr>
                      <p:cNvPicPr/>
                      <p:nvPr/>
                    </p:nvPicPr>
                    <p:blipFill>
                      <a:blip r:embed="rId6"/>
                      <a:stretch>
                        <a:fillRect/>
                      </a:stretch>
                    </p:blipFill>
                    <p:spPr>
                      <a:xfrm>
                        <a:off x="3497133" y="3402230"/>
                        <a:ext cx="1304925" cy="1128713"/>
                      </a:xfrm>
                      <a:prstGeom prst="rect">
                        <a:avLst/>
                      </a:prstGeom>
                      <a:noFill/>
                      <a:ln w="15875">
                        <a:noFill/>
                      </a:ln>
                    </p:spPr>
                  </p:pic>
                </p:oleObj>
              </mc:Fallback>
            </mc:AlternateContent>
          </a:graphicData>
        </a:graphic>
      </p:graphicFrame>
      <p:graphicFrame>
        <p:nvGraphicFramePr>
          <p:cNvPr id="9" name="Object 8">
            <a:extLst>
              <a:ext uri="{FF2B5EF4-FFF2-40B4-BE49-F238E27FC236}">
                <a16:creationId xmlns:a16="http://schemas.microsoft.com/office/drawing/2014/main" id="{FEF568F9-D77C-1475-4027-2FCE74FC97D2}"/>
              </a:ext>
            </a:extLst>
          </p:cNvPr>
          <p:cNvGraphicFramePr>
            <a:graphicFrameLocks noChangeAspect="1"/>
          </p:cNvGraphicFramePr>
          <p:nvPr>
            <p:extLst>
              <p:ext uri="{D42A27DB-BD31-4B8C-83A1-F6EECF244321}">
                <p14:modId xmlns:p14="http://schemas.microsoft.com/office/powerpoint/2010/main" val="3971548335"/>
              </p:ext>
            </p:extLst>
          </p:nvPr>
        </p:nvGraphicFramePr>
        <p:xfrm>
          <a:off x="971600" y="4653136"/>
          <a:ext cx="5295901" cy="1050925"/>
        </p:xfrm>
        <a:graphic>
          <a:graphicData uri="http://schemas.openxmlformats.org/presentationml/2006/ole">
            <mc:AlternateContent xmlns:mc="http://schemas.openxmlformats.org/markup-compatibility/2006">
              <mc:Choice xmlns:v="urn:schemas-microsoft-com:vml" Requires="v">
                <p:oleObj name="Equation" r:id="rId7" imgW="1752480" imgH="342720" progId="Equation.DSMT4">
                  <p:embed/>
                </p:oleObj>
              </mc:Choice>
              <mc:Fallback>
                <p:oleObj name="Equation" r:id="rId7" imgW="1752480" imgH="342720" progId="Equation.DSMT4">
                  <p:embed/>
                  <p:pic>
                    <p:nvPicPr>
                      <p:cNvPr id="9" name="Object 8">
                        <a:extLst>
                          <a:ext uri="{FF2B5EF4-FFF2-40B4-BE49-F238E27FC236}">
                            <a16:creationId xmlns:a16="http://schemas.microsoft.com/office/drawing/2014/main" id="{FEF568F9-D77C-1475-4027-2FCE74FC97D2}"/>
                          </a:ext>
                        </a:extLst>
                      </p:cNvPr>
                      <p:cNvPicPr/>
                      <p:nvPr/>
                    </p:nvPicPr>
                    <p:blipFill>
                      <a:blip r:embed="rId8"/>
                      <a:stretch>
                        <a:fillRect/>
                      </a:stretch>
                    </p:blipFill>
                    <p:spPr>
                      <a:xfrm>
                        <a:off x="971600" y="4653136"/>
                        <a:ext cx="5295901" cy="1050925"/>
                      </a:xfrm>
                      <a:prstGeom prst="rect">
                        <a:avLst/>
                      </a:prstGeom>
                      <a:noFill/>
                      <a:ln w="15875">
                        <a:noFill/>
                      </a:ln>
                    </p:spPr>
                  </p:pic>
                </p:oleObj>
              </mc:Fallback>
            </mc:AlternateContent>
          </a:graphicData>
        </a:graphic>
      </p:graphicFrame>
      <p:sp>
        <p:nvSpPr>
          <p:cNvPr id="10" name="Date Placeholder 9">
            <a:extLst>
              <a:ext uri="{FF2B5EF4-FFF2-40B4-BE49-F238E27FC236}">
                <a16:creationId xmlns:a16="http://schemas.microsoft.com/office/drawing/2014/main" id="{E6B53B3F-4949-80F4-E05F-688117106ED9}"/>
              </a:ext>
            </a:extLst>
          </p:cNvPr>
          <p:cNvSpPr>
            <a:spLocks noGrp="1"/>
          </p:cNvSpPr>
          <p:nvPr>
            <p:ph type="dt" sz="half" idx="10"/>
          </p:nvPr>
        </p:nvSpPr>
        <p:spPr/>
        <p:txBody>
          <a:bodyPr/>
          <a:lstStyle/>
          <a:p>
            <a:pPr>
              <a:defRPr/>
            </a:pPr>
            <a:fld id="{E3BA9FBC-47A9-4A8B-8C3B-E91B3B74FBFF}" type="datetime9">
              <a:rPr lang="en-US" smtClean="0"/>
              <a:t>10/25/2024 2:01:27 PM</a:t>
            </a:fld>
            <a:endParaRPr lang="en-CA" dirty="0"/>
          </a:p>
        </p:txBody>
      </p:sp>
      <p:sp>
        <p:nvSpPr>
          <p:cNvPr id="14" name="Slide Number Placeholder 13">
            <a:extLst>
              <a:ext uri="{FF2B5EF4-FFF2-40B4-BE49-F238E27FC236}">
                <a16:creationId xmlns:a16="http://schemas.microsoft.com/office/drawing/2014/main" id="{B7713FAF-D0FD-2BE2-ABC6-B288EBC4E3A4}"/>
              </a:ext>
            </a:extLst>
          </p:cNvPr>
          <p:cNvSpPr>
            <a:spLocks noGrp="1"/>
          </p:cNvSpPr>
          <p:nvPr>
            <p:ph type="sldNum" sz="quarter" idx="12"/>
          </p:nvPr>
        </p:nvSpPr>
        <p:spPr/>
        <p:txBody>
          <a:bodyPr/>
          <a:lstStyle/>
          <a:p>
            <a:pPr>
              <a:defRPr/>
            </a:pPr>
            <a:fld id="{18598880-23BB-4E77-BAE4-1716EE602DAD}" type="slidenum">
              <a:rPr lang="en-CA" smtClean="0"/>
              <a:pPr>
                <a:defRPr/>
              </a:pPr>
              <a:t>5</a:t>
            </a:fld>
            <a:endParaRPr lang="en-CA" dirty="0"/>
          </a:p>
        </p:txBody>
      </p:sp>
    </p:spTree>
    <p:extLst>
      <p:ext uri="{BB962C8B-B14F-4D97-AF65-F5344CB8AC3E}">
        <p14:creationId xmlns:p14="http://schemas.microsoft.com/office/powerpoint/2010/main" val="1954549193"/>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3200" dirty="0">
                <a:latin typeface="Calibri" panose="020F0502020204030204" pitchFamily="34" charset="0"/>
                <a:ea typeface="Calibri" panose="020F0502020204030204" pitchFamily="34" charset="0"/>
                <a:cs typeface="Calibri" panose="020F0502020204030204" pitchFamily="34" charset="0"/>
              </a:rPr>
              <a:t>Classical transport</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24" name="TextBox 23">
            <a:extLst>
              <a:ext uri="{FF2B5EF4-FFF2-40B4-BE49-F238E27FC236}">
                <a16:creationId xmlns:a16="http://schemas.microsoft.com/office/drawing/2014/main" id="{655E2433-AA6F-6F4C-336E-BD0B14B81994}"/>
              </a:ext>
            </a:extLst>
          </p:cNvPr>
          <p:cNvSpPr txBox="1"/>
          <p:nvPr/>
        </p:nvSpPr>
        <p:spPr>
          <a:xfrm>
            <a:off x="683568" y="908720"/>
            <a:ext cx="4798942" cy="584775"/>
          </a:xfrm>
          <a:prstGeom prst="rect">
            <a:avLst/>
          </a:prstGeom>
          <a:noFill/>
        </p:spPr>
        <p:txBody>
          <a:bodyPr wrap="none" rtlCol="0">
            <a:spAutoFit/>
          </a:bodyPr>
          <a:lstStyle/>
          <a:p>
            <a:r>
              <a:rPr lang="en-US" sz="3200" dirty="0"/>
              <a:t>Coulomb collision theory gives</a:t>
            </a:r>
            <a:endParaRPr lang="en-CA" sz="3200" dirty="0"/>
          </a:p>
        </p:txBody>
      </p:sp>
      <p:graphicFrame>
        <p:nvGraphicFramePr>
          <p:cNvPr id="3" name="Object 2">
            <a:extLst>
              <a:ext uri="{FF2B5EF4-FFF2-40B4-BE49-F238E27FC236}">
                <a16:creationId xmlns:a16="http://schemas.microsoft.com/office/drawing/2014/main" id="{B8D91C9F-E82D-98F5-A4A0-16C640AC72CD}"/>
              </a:ext>
            </a:extLst>
          </p:cNvPr>
          <p:cNvGraphicFramePr>
            <a:graphicFrameLocks noChangeAspect="1"/>
          </p:cNvGraphicFramePr>
          <p:nvPr>
            <p:extLst>
              <p:ext uri="{D42A27DB-BD31-4B8C-83A1-F6EECF244321}">
                <p14:modId xmlns:p14="http://schemas.microsoft.com/office/powerpoint/2010/main" val="1187818418"/>
              </p:ext>
            </p:extLst>
          </p:nvPr>
        </p:nvGraphicFramePr>
        <p:xfrm>
          <a:off x="3240088" y="1409700"/>
          <a:ext cx="1387475" cy="1206500"/>
        </p:xfrm>
        <a:graphic>
          <a:graphicData uri="http://schemas.openxmlformats.org/presentationml/2006/ole">
            <mc:AlternateContent xmlns:mc="http://schemas.openxmlformats.org/markup-compatibility/2006">
              <mc:Choice xmlns:v="urn:schemas-microsoft-com:vml" Requires="v">
                <p:oleObj name="Equation" r:id="rId3" imgW="457200" imgH="393480" progId="Equation.DSMT4">
                  <p:embed/>
                </p:oleObj>
              </mc:Choice>
              <mc:Fallback>
                <p:oleObj name="Equation" r:id="rId3" imgW="457200" imgH="393480" progId="Equation.DSMT4">
                  <p:embed/>
                  <p:pic>
                    <p:nvPicPr>
                      <p:cNvPr id="3" name="Object 2">
                        <a:extLst>
                          <a:ext uri="{FF2B5EF4-FFF2-40B4-BE49-F238E27FC236}">
                            <a16:creationId xmlns:a16="http://schemas.microsoft.com/office/drawing/2014/main" id="{B8D91C9F-E82D-98F5-A4A0-16C640AC72CD}"/>
                          </a:ext>
                        </a:extLst>
                      </p:cNvPr>
                      <p:cNvPicPr/>
                      <p:nvPr/>
                    </p:nvPicPr>
                    <p:blipFill>
                      <a:blip r:embed="rId4"/>
                      <a:stretch>
                        <a:fillRect/>
                      </a:stretch>
                    </p:blipFill>
                    <p:spPr>
                      <a:xfrm>
                        <a:off x="3240088" y="1409700"/>
                        <a:ext cx="1387475" cy="1206500"/>
                      </a:xfrm>
                      <a:prstGeom prst="rect">
                        <a:avLst/>
                      </a:prstGeom>
                      <a:noFill/>
                      <a:ln w="15875">
                        <a:noFill/>
                      </a:ln>
                    </p:spPr>
                  </p:pic>
                </p:oleObj>
              </mc:Fallback>
            </mc:AlternateContent>
          </a:graphicData>
        </a:graphic>
      </p:graphicFrame>
      <p:graphicFrame>
        <p:nvGraphicFramePr>
          <p:cNvPr id="9" name="Object 8">
            <a:extLst>
              <a:ext uri="{FF2B5EF4-FFF2-40B4-BE49-F238E27FC236}">
                <a16:creationId xmlns:a16="http://schemas.microsoft.com/office/drawing/2014/main" id="{FEF568F9-D77C-1475-4027-2FCE74FC97D2}"/>
              </a:ext>
            </a:extLst>
          </p:cNvPr>
          <p:cNvGraphicFramePr>
            <a:graphicFrameLocks noChangeAspect="1"/>
          </p:cNvGraphicFramePr>
          <p:nvPr>
            <p:extLst>
              <p:ext uri="{D42A27DB-BD31-4B8C-83A1-F6EECF244321}">
                <p14:modId xmlns:p14="http://schemas.microsoft.com/office/powerpoint/2010/main" val="4198310104"/>
              </p:ext>
            </p:extLst>
          </p:nvPr>
        </p:nvGraphicFramePr>
        <p:xfrm>
          <a:off x="1284288" y="2703513"/>
          <a:ext cx="4527550" cy="1206500"/>
        </p:xfrm>
        <a:graphic>
          <a:graphicData uri="http://schemas.openxmlformats.org/presentationml/2006/ole">
            <mc:AlternateContent xmlns:mc="http://schemas.openxmlformats.org/markup-compatibility/2006">
              <mc:Choice xmlns:v="urn:schemas-microsoft-com:vml" Requires="v">
                <p:oleObj name="Equation" r:id="rId5" imgW="1498320" imgH="393480" progId="Equation.DSMT4">
                  <p:embed/>
                </p:oleObj>
              </mc:Choice>
              <mc:Fallback>
                <p:oleObj name="Equation" r:id="rId5" imgW="1498320" imgH="393480" progId="Equation.DSMT4">
                  <p:embed/>
                  <p:pic>
                    <p:nvPicPr>
                      <p:cNvPr id="9" name="Object 8">
                        <a:extLst>
                          <a:ext uri="{FF2B5EF4-FFF2-40B4-BE49-F238E27FC236}">
                            <a16:creationId xmlns:a16="http://schemas.microsoft.com/office/drawing/2014/main" id="{FEF568F9-D77C-1475-4027-2FCE74FC97D2}"/>
                          </a:ext>
                        </a:extLst>
                      </p:cNvPr>
                      <p:cNvPicPr/>
                      <p:nvPr/>
                    </p:nvPicPr>
                    <p:blipFill>
                      <a:blip r:embed="rId6"/>
                      <a:stretch>
                        <a:fillRect/>
                      </a:stretch>
                    </p:blipFill>
                    <p:spPr>
                      <a:xfrm>
                        <a:off x="1284288" y="2703513"/>
                        <a:ext cx="4527550" cy="1206500"/>
                      </a:xfrm>
                      <a:prstGeom prst="rect">
                        <a:avLst/>
                      </a:prstGeom>
                      <a:noFill/>
                      <a:ln w="15875">
                        <a:noFill/>
                      </a:ln>
                    </p:spPr>
                  </p:pic>
                </p:oleObj>
              </mc:Fallback>
            </mc:AlternateContent>
          </a:graphicData>
        </a:graphic>
      </p:graphicFrame>
      <p:sp>
        <p:nvSpPr>
          <p:cNvPr id="4" name="Date Placeholder 3">
            <a:extLst>
              <a:ext uri="{FF2B5EF4-FFF2-40B4-BE49-F238E27FC236}">
                <a16:creationId xmlns:a16="http://schemas.microsoft.com/office/drawing/2014/main" id="{95509A6C-1447-1B4C-CC19-E35952F57337}"/>
              </a:ext>
            </a:extLst>
          </p:cNvPr>
          <p:cNvSpPr>
            <a:spLocks noGrp="1"/>
          </p:cNvSpPr>
          <p:nvPr>
            <p:ph type="dt" sz="half" idx="10"/>
          </p:nvPr>
        </p:nvSpPr>
        <p:spPr/>
        <p:txBody>
          <a:bodyPr/>
          <a:lstStyle/>
          <a:p>
            <a:pPr>
              <a:defRPr/>
            </a:pPr>
            <a:fld id="{FB2BB468-0B49-453A-B1BE-54C769D47211}" type="datetime9">
              <a:rPr lang="en-US" smtClean="0"/>
              <a:t>10/25/2024 2:01:27 PM</a:t>
            </a:fld>
            <a:endParaRPr lang="en-CA" dirty="0"/>
          </a:p>
        </p:txBody>
      </p:sp>
      <p:sp>
        <p:nvSpPr>
          <p:cNvPr id="5" name="Slide Number Placeholder 4">
            <a:extLst>
              <a:ext uri="{FF2B5EF4-FFF2-40B4-BE49-F238E27FC236}">
                <a16:creationId xmlns:a16="http://schemas.microsoft.com/office/drawing/2014/main" id="{857744B1-52AA-905D-C54E-93733DD60A1C}"/>
              </a:ext>
            </a:extLst>
          </p:cNvPr>
          <p:cNvSpPr>
            <a:spLocks noGrp="1"/>
          </p:cNvSpPr>
          <p:nvPr>
            <p:ph type="sldNum" sz="quarter" idx="12"/>
          </p:nvPr>
        </p:nvSpPr>
        <p:spPr/>
        <p:txBody>
          <a:bodyPr/>
          <a:lstStyle/>
          <a:p>
            <a:pPr>
              <a:defRPr/>
            </a:pPr>
            <a:fld id="{18598880-23BB-4E77-BAE4-1716EE602DAD}" type="slidenum">
              <a:rPr lang="en-CA" smtClean="0"/>
              <a:pPr>
                <a:defRPr/>
              </a:pPr>
              <a:t>6</a:t>
            </a:fld>
            <a:endParaRPr lang="en-CA" dirty="0"/>
          </a:p>
        </p:txBody>
      </p:sp>
    </p:spTree>
    <p:extLst>
      <p:ext uri="{BB962C8B-B14F-4D97-AF65-F5344CB8AC3E}">
        <p14:creationId xmlns:p14="http://schemas.microsoft.com/office/powerpoint/2010/main" val="2929923488"/>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3200" dirty="0">
                <a:latin typeface="Calibri" panose="020F0502020204030204" pitchFamily="34" charset="0"/>
                <a:ea typeface="Calibri" panose="020F0502020204030204" pitchFamily="34" charset="0"/>
                <a:cs typeface="Calibri" panose="020F0502020204030204" pitchFamily="34" charset="0"/>
              </a:rPr>
              <a:t>Neo-classical transport</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24" name="TextBox 23">
            <a:extLst>
              <a:ext uri="{FF2B5EF4-FFF2-40B4-BE49-F238E27FC236}">
                <a16:creationId xmlns:a16="http://schemas.microsoft.com/office/drawing/2014/main" id="{655E2433-AA6F-6F4C-336E-BD0B14B81994}"/>
              </a:ext>
            </a:extLst>
          </p:cNvPr>
          <p:cNvSpPr txBox="1"/>
          <p:nvPr/>
        </p:nvSpPr>
        <p:spPr>
          <a:xfrm>
            <a:off x="287524" y="725663"/>
            <a:ext cx="8709820" cy="584775"/>
          </a:xfrm>
          <a:prstGeom prst="rect">
            <a:avLst/>
          </a:prstGeom>
          <a:noFill/>
        </p:spPr>
        <p:txBody>
          <a:bodyPr wrap="none" rtlCol="0">
            <a:spAutoFit/>
          </a:bodyPr>
          <a:lstStyle/>
          <a:p>
            <a:r>
              <a:rPr lang="en-US" sz="3200" dirty="0"/>
              <a:t>Banana orbit is formed due to mirror effects in tokamaks:</a:t>
            </a:r>
            <a:endParaRPr lang="en-CA" sz="3200" dirty="0"/>
          </a:p>
        </p:txBody>
      </p:sp>
      <p:graphicFrame>
        <p:nvGraphicFramePr>
          <p:cNvPr id="3" name="Object 2">
            <a:extLst>
              <a:ext uri="{FF2B5EF4-FFF2-40B4-BE49-F238E27FC236}">
                <a16:creationId xmlns:a16="http://schemas.microsoft.com/office/drawing/2014/main" id="{B8D91C9F-E82D-98F5-A4A0-16C640AC72CD}"/>
              </a:ext>
            </a:extLst>
          </p:cNvPr>
          <p:cNvGraphicFramePr>
            <a:graphicFrameLocks noChangeAspect="1"/>
          </p:cNvGraphicFramePr>
          <p:nvPr>
            <p:extLst>
              <p:ext uri="{D42A27DB-BD31-4B8C-83A1-F6EECF244321}">
                <p14:modId xmlns:p14="http://schemas.microsoft.com/office/powerpoint/2010/main" val="2352181891"/>
              </p:ext>
            </p:extLst>
          </p:nvPr>
        </p:nvGraphicFramePr>
        <p:xfrm>
          <a:off x="6372200" y="1700808"/>
          <a:ext cx="1657350" cy="1206500"/>
        </p:xfrm>
        <a:graphic>
          <a:graphicData uri="http://schemas.openxmlformats.org/presentationml/2006/ole">
            <mc:AlternateContent xmlns:mc="http://schemas.openxmlformats.org/markup-compatibility/2006">
              <mc:Choice xmlns:v="urn:schemas-microsoft-com:vml" Requires="v">
                <p:oleObj name="Equation" r:id="rId3" imgW="545760" imgH="393480" progId="Equation.DSMT4">
                  <p:embed/>
                </p:oleObj>
              </mc:Choice>
              <mc:Fallback>
                <p:oleObj name="Equation" r:id="rId3" imgW="545760" imgH="393480" progId="Equation.DSMT4">
                  <p:embed/>
                  <p:pic>
                    <p:nvPicPr>
                      <p:cNvPr id="3" name="Object 2">
                        <a:extLst>
                          <a:ext uri="{FF2B5EF4-FFF2-40B4-BE49-F238E27FC236}">
                            <a16:creationId xmlns:a16="http://schemas.microsoft.com/office/drawing/2014/main" id="{B8D91C9F-E82D-98F5-A4A0-16C640AC72CD}"/>
                          </a:ext>
                        </a:extLst>
                      </p:cNvPr>
                      <p:cNvPicPr/>
                      <p:nvPr/>
                    </p:nvPicPr>
                    <p:blipFill>
                      <a:blip r:embed="rId4"/>
                      <a:stretch>
                        <a:fillRect/>
                      </a:stretch>
                    </p:blipFill>
                    <p:spPr>
                      <a:xfrm>
                        <a:off x="6372200" y="1700808"/>
                        <a:ext cx="1657350" cy="1206500"/>
                      </a:xfrm>
                      <a:prstGeom prst="rect">
                        <a:avLst/>
                      </a:prstGeom>
                      <a:noFill/>
                      <a:ln w="15875">
                        <a:noFill/>
                      </a:ln>
                    </p:spPr>
                  </p:pic>
                </p:oleObj>
              </mc:Fallback>
            </mc:AlternateContent>
          </a:graphicData>
        </a:graphic>
      </p:graphicFrame>
      <p:graphicFrame>
        <p:nvGraphicFramePr>
          <p:cNvPr id="9" name="Object 8">
            <a:extLst>
              <a:ext uri="{FF2B5EF4-FFF2-40B4-BE49-F238E27FC236}">
                <a16:creationId xmlns:a16="http://schemas.microsoft.com/office/drawing/2014/main" id="{FEF568F9-D77C-1475-4027-2FCE74FC97D2}"/>
              </a:ext>
            </a:extLst>
          </p:cNvPr>
          <p:cNvGraphicFramePr>
            <a:graphicFrameLocks noChangeAspect="1"/>
          </p:cNvGraphicFramePr>
          <p:nvPr>
            <p:extLst>
              <p:ext uri="{D42A27DB-BD31-4B8C-83A1-F6EECF244321}">
                <p14:modId xmlns:p14="http://schemas.microsoft.com/office/powerpoint/2010/main" val="4149684839"/>
              </p:ext>
            </p:extLst>
          </p:nvPr>
        </p:nvGraphicFramePr>
        <p:xfrm>
          <a:off x="5292080" y="3114621"/>
          <a:ext cx="3708873" cy="1651025"/>
        </p:xfrm>
        <a:graphic>
          <a:graphicData uri="http://schemas.openxmlformats.org/presentationml/2006/ole">
            <mc:AlternateContent xmlns:mc="http://schemas.openxmlformats.org/markup-compatibility/2006">
              <mc:Choice xmlns:v="urn:schemas-microsoft-com:vml" Requires="v">
                <p:oleObj name="Equation" r:id="rId5" imgW="1244520" imgH="545760" progId="Equation.DSMT4">
                  <p:embed/>
                </p:oleObj>
              </mc:Choice>
              <mc:Fallback>
                <p:oleObj name="Equation" r:id="rId5" imgW="1244520" imgH="545760" progId="Equation.DSMT4">
                  <p:embed/>
                  <p:pic>
                    <p:nvPicPr>
                      <p:cNvPr id="9" name="Object 8">
                        <a:extLst>
                          <a:ext uri="{FF2B5EF4-FFF2-40B4-BE49-F238E27FC236}">
                            <a16:creationId xmlns:a16="http://schemas.microsoft.com/office/drawing/2014/main" id="{FEF568F9-D77C-1475-4027-2FCE74FC97D2}"/>
                          </a:ext>
                        </a:extLst>
                      </p:cNvPr>
                      <p:cNvPicPr/>
                      <p:nvPr/>
                    </p:nvPicPr>
                    <p:blipFill>
                      <a:blip r:embed="rId6"/>
                      <a:stretch>
                        <a:fillRect/>
                      </a:stretch>
                    </p:blipFill>
                    <p:spPr>
                      <a:xfrm>
                        <a:off x="5292080" y="3114621"/>
                        <a:ext cx="3708873" cy="1651025"/>
                      </a:xfrm>
                      <a:prstGeom prst="rect">
                        <a:avLst/>
                      </a:prstGeom>
                      <a:noFill/>
                      <a:ln w="15875">
                        <a:noFill/>
                      </a:ln>
                    </p:spPr>
                  </p:pic>
                </p:oleObj>
              </mc:Fallback>
            </mc:AlternateContent>
          </a:graphicData>
        </a:graphic>
      </p:graphicFrame>
      <p:grpSp>
        <p:nvGrpSpPr>
          <p:cNvPr id="18" name="Group 17">
            <a:extLst>
              <a:ext uri="{FF2B5EF4-FFF2-40B4-BE49-F238E27FC236}">
                <a16:creationId xmlns:a16="http://schemas.microsoft.com/office/drawing/2014/main" id="{223DBCE2-CE80-FAF5-21EA-00958C50371C}"/>
              </a:ext>
            </a:extLst>
          </p:cNvPr>
          <p:cNvGrpSpPr/>
          <p:nvPr/>
        </p:nvGrpSpPr>
        <p:grpSpPr>
          <a:xfrm>
            <a:off x="539552" y="1516560"/>
            <a:ext cx="4599750" cy="3037481"/>
            <a:chOff x="202648" y="1566911"/>
            <a:chExt cx="5426333" cy="3724178"/>
          </a:xfrm>
        </p:grpSpPr>
        <p:pic>
          <p:nvPicPr>
            <p:cNvPr id="4" name="Picture 3" descr="A diagram of a particle&#10;&#10;Description automatically generated">
              <a:extLst>
                <a:ext uri="{FF2B5EF4-FFF2-40B4-BE49-F238E27FC236}">
                  <a16:creationId xmlns:a16="http://schemas.microsoft.com/office/drawing/2014/main" id="{D6DC8735-586E-6784-C679-0BBFFA16E9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2648" y="1566911"/>
              <a:ext cx="5426333" cy="3724178"/>
            </a:xfrm>
            <a:prstGeom prst="rect">
              <a:avLst/>
            </a:prstGeom>
          </p:spPr>
        </p:pic>
        <p:cxnSp>
          <p:nvCxnSpPr>
            <p:cNvPr id="7" name="Straight Arrow Connector 6">
              <a:extLst>
                <a:ext uri="{FF2B5EF4-FFF2-40B4-BE49-F238E27FC236}">
                  <a16:creationId xmlns:a16="http://schemas.microsoft.com/office/drawing/2014/main" id="{70C68B76-5F05-5AED-4DA1-A27E34E958AB}"/>
                </a:ext>
              </a:extLst>
            </p:cNvPr>
            <p:cNvCxnSpPr>
              <a:cxnSpLocks/>
            </p:cNvCxnSpPr>
            <p:nvPr/>
          </p:nvCxnSpPr>
          <p:spPr>
            <a:xfrm>
              <a:off x="2915815" y="3429000"/>
              <a:ext cx="433482" cy="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97C3293-1F56-3A7D-A448-78E76D2D55A3}"/>
                </a:ext>
              </a:extLst>
            </p:cNvPr>
            <p:cNvCxnSpPr>
              <a:cxnSpLocks/>
            </p:cNvCxnSpPr>
            <p:nvPr/>
          </p:nvCxnSpPr>
          <p:spPr>
            <a:xfrm flipH="1">
              <a:off x="3779912" y="3429000"/>
              <a:ext cx="432048" cy="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Object 16">
              <a:extLst>
                <a:ext uri="{FF2B5EF4-FFF2-40B4-BE49-F238E27FC236}">
                  <a16:creationId xmlns:a16="http://schemas.microsoft.com/office/drawing/2014/main" id="{0474153A-0710-10A4-D589-02A6CC838F4C}"/>
                </a:ext>
              </a:extLst>
            </p:cNvPr>
            <p:cNvGraphicFramePr>
              <a:graphicFrameLocks noChangeAspect="1"/>
            </p:cNvGraphicFramePr>
            <p:nvPr>
              <p:extLst>
                <p:ext uri="{D42A27DB-BD31-4B8C-83A1-F6EECF244321}">
                  <p14:modId xmlns:p14="http://schemas.microsoft.com/office/powerpoint/2010/main" val="3108174909"/>
                </p:ext>
              </p:extLst>
            </p:nvPr>
          </p:nvGraphicFramePr>
          <p:xfrm>
            <a:off x="4273739" y="3137693"/>
            <a:ext cx="501650" cy="582613"/>
          </p:xfrm>
          <a:graphic>
            <a:graphicData uri="http://schemas.openxmlformats.org/presentationml/2006/ole">
              <mc:AlternateContent xmlns:mc="http://schemas.openxmlformats.org/markup-compatibility/2006">
                <mc:Choice xmlns:v="urn:schemas-microsoft-com:vml" Requires="v">
                  <p:oleObj name="Equation" r:id="rId8" imgW="164880" imgH="190440" progId="Equation.DSMT4">
                    <p:embed/>
                  </p:oleObj>
                </mc:Choice>
                <mc:Fallback>
                  <p:oleObj name="Equation" r:id="rId8" imgW="164880" imgH="190440" progId="Equation.DSMT4">
                    <p:embed/>
                    <p:pic>
                      <p:nvPicPr>
                        <p:cNvPr id="17" name="Object 16">
                          <a:extLst>
                            <a:ext uri="{FF2B5EF4-FFF2-40B4-BE49-F238E27FC236}">
                              <a16:creationId xmlns:a16="http://schemas.microsoft.com/office/drawing/2014/main" id="{0474153A-0710-10A4-D589-02A6CC838F4C}"/>
                            </a:ext>
                          </a:extLst>
                        </p:cNvPr>
                        <p:cNvPicPr/>
                        <p:nvPr/>
                      </p:nvPicPr>
                      <p:blipFill>
                        <a:blip r:embed="rId9"/>
                        <a:stretch>
                          <a:fillRect/>
                        </a:stretch>
                      </p:blipFill>
                      <p:spPr>
                        <a:xfrm>
                          <a:off x="4273739" y="3137693"/>
                          <a:ext cx="501650" cy="582613"/>
                        </a:xfrm>
                        <a:prstGeom prst="rect">
                          <a:avLst/>
                        </a:prstGeom>
                        <a:noFill/>
                        <a:ln w="15875">
                          <a:noFill/>
                        </a:ln>
                      </p:spPr>
                    </p:pic>
                  </p:oleObj>
                </mc:Fallback>
              </mc:AlternateContent>
            </a:graphicData>
          </a:graphic>
        </p:graphicFrame>
      </p:grpSp>
      <p:graphicFrame>
        <p:nvGraphicFramePr>
          <p:cNvPr id="19" name="Object 18">
            <a:extLst>
              <a:ext uri="{FF2B5EF4-FFF2-40B4-BE49-F238E27FC236}">
                <a16:creationId xmlns:a16="http://schemas.microsoft.com/office/drawing/2014/main" id="{4267D3EE-69A4-671E-9EDA-FCD1CD2B82FC}"/>
              </a:ext>
            </a:extLst>
          </p:cNvPr>
          <p:cNvGraphicFramePr>
            <a:graphicFrameLocks noChangeAspect="1"/>
          </p:cNvGraphicFramePr>
          <p:nvPr>
            <p:extLst>
              <p:ext uri="{D42A27DB-BD31-4B8C-83A1-F6EECF244321}">
                <p14:modId xmlns:p14="http://schemas.microsoft.com/office/powerpoint/2010/main" val="2143453513"/>
              </p:ext>
            </p:extLst>
          </p:nvPr>
        </p:nvGraphicFramePr>
        <p:xfrm>
          <a:off x="6156176" y="5288085"/>
          <a:ext cx="1657350" cy="584200"/>
        </p:xfrm>
        <a:graphic>
          <a:graphicData uri="http://schemas.openxmlformats.org/presentationml/2006/ole">
            <mc:AlternateContent xmlns:mc="http://schemas.openxmlformats.org/markup-compatibility/2006">
              <mc:Choice xmlns:v="urn:schemas-microsoft-com:vml" Requires="v">
                <p:oleObj name="Equation" r:id="rId10" imgW="545760" imgH="190440" progId="Equation.DSMT4">
                  <p:embed/>
                </p:oleObj>
              </mc:Choice>
              <mc:Fallback>
                <p:oleObj name="Equation" r:id="rId10" imgW="545760" imgH="190440" progId="Equation.DSMT4">
                  <p:embed/>
                  <p:pic>
                    <p:nvPicPr>
                      <p:cNvPr id="19" name="Object 18">
                        <a:extLst>
                          <a:ext uri="{FF2B5EF4-FFF2-40B4-BE49-F238E27FC236}">
                            <a16:creationId xmlns:a16="http://schemas.microsoft.com/office/drawing/2014/main" id="{4267D3EE-69A4-671E-9EDA-FCD1CD2B82FC}"/>
                          </a:ext>
                        </a:extLst>
                      </p:cNvPr>
                      <p:cNvPicPr/>
                      <p:nvPr/>
                    </p:nvPicPr>
                    <p:blipFill>
                      <a:blip r:embed="rId11"/>
                      <a:stretch>
                        <a:fillRect/>
                      </a:stretch>
                    </p:blipFill>
                    <p:spPr>
                      <a:xfrm>
                        <a:off x="6156176" y="5288085"/>
                        <a:ext cx="1657350" cy="584200"/>
                      </a:xfrm>
                      <a:prstGeom prst="rect">
                        <a:avLst/>
                      </a:prstGeom>
                      <a:noFill/>
                      <a:ln w="15875">
                        <a:noFill/>
                      </a:ln>
                    </p:spPr>
                  </p:pic>
                </p:oleObj>
              </mc:Fallback>
            </mc:AlternateContent>
          </a:graphicData>
        </a:graphic>
      </p:graphicFrame>
      <p:pic>
        <p:nvPicPr>
          <p:cNvPr id="20" name="Picture 19">
            <a:extLst>
              <a:ext uri="{FF2B5EF4-FFF2-40B4-BE49-F238E27FC236}">
                <a16:creationId xmlns:a16="http://schemas.microsoft.com/office/drawing/2014/main" id="{B798E65E-9928-1C55-6BCD-7EFBC22A13FE}"/>
              </a:ext>
            </a:extLst>
          </p:cNvPr>
          <p:cNvPicPr>
            <a:picLocks noChangeAspect="1"/>
          </p:cNvPicPr>
          <p:nvPr/>
        </p:nvPicPr>
        <p:blipFill>
          <a:blip r:embed="rId12"/>
          <a:stretch>
            <a:fillRect/>
          </a:stretch>
        </p:blipFill>
        <p:spPr>
          <a:xfrm>
            <a:off x="68763" y="4577106"/>
            <a:ext cx="4346973" cy="2006159"/>
          </a:xfrm>
          <a:prstGeom prst="rect">
            <a:avLst/>
          </a:prstGeom>
        </p:spPr>
      </p:pic>
      <p:sp>
        <p:nvSpPr>
          <p:cNvPr id="21" name="Date Placeholder 20">
            <a:extLst>
              <a:ext uri="{FF2B5EF4-FFF2-40B4-BE49-F238E27FC236}">
                <a16:creationId xmlns:a16="http://schemas.microsoft.com/office/drawing/2014/main" id="{3A8814C9-8270-5D81-6B2D-D10BB1D6B312}"/>
              </a:ext>
            </a:extLst>
          </p:cNvPr>
          <p:cNvSpPr>
            <a:spLocks noGrp="1"/>
          </p:cNvSpPr>
          <p:nvPr>
            <p:ph type="dt" sz="half" idx="10"/>
          </p:nvPr>
        </p:nvSpPr>
        <p:spPr/>
        <p:txBody>
          <a:bodyPr/>
          <a:lstStyle/>
          <a:p>
            <a:pPr>
              <a:defRPr/>
            </a:pPr>
            <a:fld id="{2A82C74F-ABC4-4594-AE71-0CA206DF3320}" type="datetime9">
              <a:rPr lang="en-US" smtClean="0"/>
              <a:t>10/25/2024 2:01:27 PM</a:t>
            </a:fld>
            <a:endParaRPr lang="en-CA" dirty="0"/>
          </a:p>
        </p:txBody>
      </p:sp>
      <p:sp>
        <p:nvSpPr>
          <p:cNvPr id="22" name="Slide Number Placeholder 21">
            <a:extLst>
              <a:ext uri="{FF2B5EF4-FFF2-40B4-BE49-F238E27FC236}">
                <a16:creationId xmlns:a16="http://schemas.microsoft.com/office/drawing/2014/main" id="{79654AB0-4DA7-93B4-5993-9C04AFF66F10}"/>
              </a:ext>
            </a:extLst>
          </p:cNvPr>
          <p:cNvSpPr>
            <a:spLocks noGrp="1"/>
          </p:cNvSpPr>
          <p:nvPr>
            <p:ph type="sldNum" sz="quarter" idx="12"/>
          </p:nvPr>
        </p:nvSpPr>
        <p:spPr/>
        <p:txBody>
          <a:bodyPr/>
          <a:lstStyle/>
          <a:p>
            <a:pPr>
              <a:defRPr/>
            </a:pPr>
            <a:fld id="{18598880-23BB-4E77-BAE4-1716EE602DAD}" type="slidenum">
              <a:rPr lang="en-CA" smtClean="0"/>
              <a:pPr>
                <a:defRPr/>
              </a:pPr>
              <a:t>7</a:t>
            </a:fld>
            <a:endParaRPr lang="en-CA" dirty="0"/>
          </a:p>
        </p:txBody>
      </p:sp>
    </p:spTree>
    <p:extLst>
      <p:ext uri="{BB962C8B-B14F-4D97-AF65-F5344CB8AC3E}">
        <p14:creationId xmlns:p14="http://schemas.microsoft.com/office/powerpoint/2010/main" val="1941626272"/>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Anomalous transport</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24" name="TextBox 23">
            <a:extLst>
              <a:ext uri="{FF2B5EF4-FFF2-40B4-BE49-F238E27FC236}">
                <a16:creationId xmlns:a16="http://schemas.microsoft.com/office/drawing/2014/main" id="{655E2433-AA6F-6F4C-336E-BD0B14B81994}"/>
              </a:ext>
            </a:extLst>
          </p:cNvPr>
          <p:cNvSpPr txBox="1"/>
          <p:nvPr/>
        </p:nvSpPr>
        <p:spPr>
          <a:xfrm>
            <a:off x="683568" y="908720"/>
            <a:ext cx="8193910" cy="1569660"/>
          </a:xfrm>
          <a:prstGeom prst="rect">
            <a:avLst/>
          </a:prstGeom>
          <a:noFill/>
        </p:spPr>
        <p:txBody>
          <a:bodyPr wrap="none" rtlCol="0">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Anomalous transport is caused by turbulence</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There is no theory for turbulence</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Modeling and simulation reveals turbulence</a:t>
            </a:r>
          </a:p>
        </p:txBody>
      </p:sp>
      <p:pic>
        <p:nvPicPr>
          <p:cNvPr id="3" name="Content Placeholder 2" descr="Cool Plasma Turbulence Visualizations">
            <a:extLst>
              <a:ext uri="{FF2B5EF4-FFF2-40B4-BE49-F238E27FC236}">
                <a16:creationId xmlns:a16="http://schemas.microsoft.com/office/drawing/2014/main" id="{AF70849B-FF44-74D6-FE41-A8E6C55BAAF1}"/>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38393" t="6060" r="3795" b="5072"/>
          <a:stretch/>
        </p:blipFill>
        <p:spPr>
          <a:xfrm>
            <a:off x="414463" y="2414935"/>
            <a:ext cx="3407320" cy="3407320"/>
          </a:xfrm>
          <a:noFill/>
        </p:spPr>
      </p:pic>
      <p:sp>
        <p:nvSpPr>
          <p:cNvPr id="4" name="TextBox 3">
            <a:extLst>
              <a:ext uri="{FF2B5EF4-FFF2-40B4-BE49-F238E27FC236}">
                <a16:creationId xmlns:a16="http://schemas.microsoft.com/office/drawing/2014/main" id="{A1DC8B5B-E102-7870-7ABA-9099D926AFC1}"/>
              </a:ext>
            </a:extLst>
          </p:cNvPr>
          <p:cNvSpPr txBox="1"/>
          <p:nvPr/>
        </p:nvSpPr>
        <p:spPr>
          <a:xfrm>
            <a:off x="4067944" y="2675768"/>
            <a:ext cx="4943141" cy="3108543"/>
          </a:xfrm>
          <a:prstGeom prst="rect">
            <a:avLst/>
          </a:prstGeom>
          <a:noFill/>
          <a:ln w="19050">
            <a:solidFill>
              <a:srgbClr val="FFFF00"/>
            </a:solidFill>
          </a:ln>
        </p:spPr>
        <p:txBody>
          <a:bodyPr wrap="square" rtlCol="0">
            <a:spAutoFit/>
          </a:bodyPr>
          <a:lstStyle/>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Radom walk step length is now replaced by the turbulence eddy size</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Anomalous transport exceeding classical transport is hindering fusion energy development  </a:t>
            </a:r>
            <a:endParaRPr lang="en-CA" sz="2800" dirty="0">
              <a:latin typeface="Calibri" panose="020F0502020204030204" pitchFamily="34" charset="0"/>
              <a:ea typeface="Calibri" panose="020F0502020204030204" pitchFamily="34" charset="0"/>
              <a:cs typeface="Calibri" panose="020F0502020204030204" pitchFamily="34" charset="0"/>
            </a:endParaRPr>
          </a:p>
        </p:txBody>
      </p:sp>
      <p:sp>
        <p:nvSpPr>
          <p:cNvPr id="5" name="Date Placeholder 4">
            <a:extLst>
              <a:ext uri="{FF2B5EF4-FFF2-40B4-BE49-F238E27FC236}">
                <a16:creationId xmlns:a16="http://schemas.microsoft.com/office/drawing/2014/main" id="{6CF26263-F5AC-B726-3A8C-F3734A94C189}"/>
              </a:ext>
            </a:extLst>
          </p:cNvPr>
          <p:cNvSpPr>
            <a:spLocks noGrp="1"/>
          </p:cNvSpPr>
          <p:nvPr>
            <p:ph type="dt" sz="half" idx="10"/>
          </p:nvPr>
        </p:nvSpPr>
        <p:spPr/>
        <p:txBody>
          <a:bodyPr/>
          <a:lstStyle/>
          <a:p>
            <a:pPr>
              <a:defRPr/>
            </a:pPr>
            <a:fld id="{CC935003-3328-4D6D-984C-2DC3885471E2}" type="datetime9">
              <a:rPr lang="en-US" smtClean="0"/>
              <a:t>10/25/2024 2:01:28 PM</a:t>
            </a:fld>
            <a:endParaRPr lang="en-CA" dirty="0"/>
          </a:p>
        </p:txBody>
      </p:sp>
      <p:sp>
        <p:nvSpPr>
          <p:cNvPr id="7" name="Slide Number Placeholder 6">
            <a:extLst>
              <a:ext uri="{FF2B5EF4-FFF2-40B4-BE49-F238E27FC236}">
                <a16:creationId xmlns:a16="http://schemas.microsoft.com/office/drawing/2014/main" id="{738B1A46-F5E4-3C85-8EFC-F8C2D7030128}"/>
              </a:ext>
            </a:extLst>
          </p:cNvPr>
          <p:cNvSpPr>
            <a:spLocks noGrp="1"/>
          </p:cNvSpPr>
          <p:nvPr>
            <p:ph type="sldNum" sz="quarter" idx="12"/>
          </p:nvPr>
        </p:nvSpPr>
        <p:spPr/>
        <p:txBody>
          <a:bodyPr/>
          <a:lstStyle/>
          <a:p>
            <a:pPr>
              <a:defRPr/>
            </a:pPr>
            <a:fld id="{18598880-23BB-4E77-BAE4-1716EE602DAD}" type="slidenum">
              <a:rPr lang="en-CA" smtClean="0"/>
              <a:pPr>
                <a:defRPr/>
              </a:pPr>
              <a:t>8</a:t>
            </a:fld>
            <a:endParaRPr lang="en-CA" dirty="0"/>
          </a:p>
        </p:txBody>
      </p:sp>
    </p:spTree>
    <p:extLst>
      <p:ext uri="{BB962C8B-B14F-4D97-AF65-F5344CB8AC3E}">
        <p14:creationId xmlns:p14="http://schemas.microsoft.com/office/powerpoint/2010/main" val="3675573365"/>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Laminar flow and turbulent flow</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24" name="TextBox 23">
            <a:extLst>
              <a:ext uri="{FF2B5EF4-FFF2-40B4-BE49-F238E27FC236}">
                <a16:creationId xmlns:a16="http://schemas.microsoft.com/office/drawing/2014/main" id="{655E2433-AA6F-6F4C-336E-BD0B14B81994}"/>
              </a:ext>
            </a:extLst>
          </p:cNvPr>
          <p:cNvSpPr txBox="1"/>
          <p:nvPr/>
        </p:nvSpPr>
        <p:spPr>
          <a:xfrm>
            <a:off x="683568" y="764704"/>
            <a:ext cx="7560839" cy="2062103"/>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Laminar flow occur at low speed</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Turbulent flow occurs at high speed with chaotic streamlines</a:t>
            </a:r>
          </a:p>
          <a:p>
            <a:pPr marL="457200" indent="-457200">
              <a:buFont typeface="Arial" panose="020B0604020202020204" pitchFamily="34" charset="0"/>
              <a:buChar char="•"/>
            </a:pPr>
            <a:endParaRPr lang="en-CA" sz="32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descr="A close-up of a diagram&#10;&#10;Description automatically generated">
            <a:extLst>
              <a:ext uri="{FF2B5EF4-FFF2-40B4-BE49-F238E27FC236}">
                <a16:creationId xmlns:a16="http://schemas.microsoft.com/office/drawing/2014/main" id="{EBE6127D-2C24-5673-4035-63774A020A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6" y="2478380"/>
            <a:ext cx="7026827" cy="3952590"/>
          </a:xfrm>
          <a:prstGeom prst="rect">
            <a:avLst/>
          </a:prstGeom>
        </p:spPr>
      </p:pic>
      <p:sp>
        <p:nvSpPr>
          <p:cNvPr id="5" name="Date Placeholder 4">
            <a:extLst>
              <a:ext uri="{FF2B5EF4-FFF2-40B4-BE49-F238E27FC236}">
                <a16:creationId xmlns:a16="http://schemas.microsoft.com/office/drawing/2014/main" id="{81C24525-72D6-32F8-9741-4B5B098CFDE2}"/>
              </a:ext>
            </a:extLst>
          </p:cNvPr>
          <p:cNvSpPr>
            <a:spLocks noGrp="1"/>
          </p:cNvSpPr>
          <p:nvPr>
            <p:ph type="dt" sz="half" idx="10"/>
          </p:nvPr>
        </p:nvSpPr>
        <p:spPr/>
        <p:txBody>
          <a:bodyPr/>
          <a:lstStyle/>
          <a:p>
            <a:pPr>
              <a:defRPr/>
            </a:pPr>
            <a:fld id="{94F47D37-CA1D-4771-9BD8-72175F3AB131}" type="datetime9">
              <a:rPr lang="en-US" smtClean="0"/>
              <a:t>10/25/2024 2:01:28 PM</a:t>
            </a:fld>
            <a:endParaRPr lang="en-CA" dirty="0"/>
          </a:p>
        </p:txBody>
      </p:sp>
      <p:sp>
        <p:nvSpPr>
          <p:cNvPr id="8" name="Slide Number Placeholder 7">
            <a:extLst>
              <a:ext uri="{FF2B5EF4-FFF2-40B4-BE49-F238E27FC236}">
                <a16:creationId xmlns:a16="http://schemas.microsoft.com/office/drawing/2014/main" id="{6D4DDB91-4FBF-020E-C4BF-6E69CB11C6BB}"/>
              </a:ext>
            </a:extLst>
          </p:cNvPr>
          <p:cNvSpPr>
            <a:spLocks noGrp="1"/>
          </p:cNvSpPr>
          <p:nvPr>
            <p:ph type="sldNum" sz="quarter" idx="12"/>
          </p:nvPr>
        </p:nvSpPr>
        <p:spPr/>
        <p:txBody>
          <a:bodyPr/>
          <a:lstStyle/>
          <a:p>
            <a:pPr>
              <a:defRPr/>
            </a:pPr>
            <a:fld id="{18598880-23BB-4E77-BAE4-1716EE602DAD}" type="slidenum">
              <a:rPr lang="en-CA" smtClean="0"/>
              <a:pPr>
                <a:defRPr/>
              </a:pPr>
              <a:t>9</a:t>
            </a:fld>
            <a:endParaRPr lang="en-CA" dirty="0"/>
          </a:p>
        </p:txBody>
      </p:sp>
    </p:spTree>
    <p:extLst>
      <p:ext uri="{BB962C8B-B14F-4D97-AF65-F5344CB8AC3E}">
        <p14:creationId xmlns:p14="http://schemas.microsoft.com/office/powerpoint/2010/main" val="654563612"/>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45234" y="219075"/>
            <a:ext cx="7803465" cy="833661"/>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What causes turbulence?</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grpSp>
        <p:nvGrpSpPr>
          <p:cNvPr id="8" name="Group 7">
            <a:extLst>
              <a:ext uri="{FF2B5EF4-FFF2-40B4-BE49-F238E27FC236}">
                <a16:creationId xmlns:a16="http://schemas.microsoft.com/office/drawing/2014/main" id="{59EF3B7E-B015-3537-6304-3F28EE55D30A}"/>
              </a:ext>
            </a:extLst>
          </p:cNvPr>
          <p:cNvGrpSpPr/>
          <p:nvPr/>
        </p:nvGrpSpPr>
        <p:grpSpPr>
          <a:xfrm>
            <a:off x="251520" y="1196752"/>
            <a:ext cx="8034319" cy="5016758"/>
            <a:chOff x="869015" y="934673"/>
            <a:chExt cx="7416824" cy="4976126"/>
          </a:xfrm>
        </p:grpSpPr>
        <p:sp>
          <p:nvSpPr>
            <p:cNvPr id="2" name="TextBox 1">
              <a:extLst>
                <a:ext uri="{FF2B5EF4-FFF2-40B4-BE49-F238E27FC236}">
                  <a16:creationId xmlns:a16="http://schemas.microsoft.com/office/drawing/2014/main" id="{15B627B4-F620-4A7A-BF09-D72D66C4C5C0}"/>
                </a:ext>
              </a:extLst>
            </p:cNvPr>
            <p:cNvSpPr txBox="1"/>
            <p:nvPr/>
          </p:nvSpPr>
          <p:spPr>
            <a:xfrm>
              <a:off x="869015" y="934673"/>
              <a:ext cx="7416824" cy="4976126"/>
            </a:xfrm>
            <a:prstGeom prst="rect">
              <a:avLst/>
            </a:prstGeom>
            <a:noFill/>
          </p:spPr>
          <p:txBody>
            <a:bodyPr wrap="square" rtlCol="0">
              <a:spAutoFit/>
            </a:bodyPr>
            <a:lstStyle/>
            <a:p>
              <a:pPr marL="536575" lvl="1" indent="-536575">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Reynolds number</a:t>
              </a:r>
            </a:p>
            <a:p>
              <a:pPr lvl="1"/>
              <a:endParaRPr lang="en-US" sz="3200" dirty="0">
                <a:latin typeface="Calibri" panose="020F0502020204030204" pitchFamily="34" charset="0"/>
                <a:ea typeface="Calibri" panose="020F0502020204030204" pitchFamily="34" charset="0"/>
                <a:cs typeface="Calibri" panose="020F0502020204030204" pitchFamily="34" charset="0"/>
              </a:endParaRPr>
            </a:p>
            <a:p>
              <a:pPr lvl="1"/>
              <a:endParaRPr lang="en-US" sz="3200" dirty="0">
                <a:latin typeface="Calibri" panose="020F0502020204030204" pitchFamily="34" charset="0"/>
                <a:ea typeface="Calibri" panose="020F0502020204030204" pitchFamily="34" charset="0"/>
                <a:cs typeface="Calibri" panose="020F0502020204030204" pitchFamily="34" charset="0"/>
              </a:endParaRPr>
            </a:p>
            <a:p>
              <a:pPr lvl="1"/>
              <a:endParaRPr lang="en-US" sz="3200" dirty="0">
                <a:latin typeface="Calibri" panose="020F0502020204030204" pitchFamily="34" charset="0"/>
                <a:ea typeface="Calibri" panose="020F0502020204030204" pitchFamily="34" charset="0"/>
                <a:cs typeface="Calibri" panose="020F0502020204030204" pitchFamily="34" charset="0"/>
              </a:endParaRPr>
            </a:p>
            <a:p>
              <a:pPr lvl="1"/>
              <a:endParaRPr lang="en-US" sz="3200" dirty="0">
                <a:latin typeface="Calibri" panose="020F0502020204030204" pitchFamily="34" charset="0"/>
                <a:ea typeface="Calibri" panose="020F0502020204030204" pitchFamily="34" charset="0"/>
                <a:cs typeface="Calibri" panose="020F0502020204030204" pitchFamily="34" charset="0"/>
              </a:endParaRPr>
            </a:p>
            <a:p>
              <a:pPr lvl="1"/>
              <a:endParaRPr lang="en-US" sz="3200" dirty="0">
                <a:latin typeface="Calibri" panose="020F0502020204030204" pitchFamily="34" charset="0"/>
                <a:ea typeface="Calibri" panose="020F0502020204030204" pitchFamily="34" charset="0"/>
                <a:cs typeface="Calibri" panose="020F0502020204030204" pitchFamily="34" charset="0"/>
              </a:endParaRPr>
            </a:p>
            <a:p>
              <a:pPr lvl="1"/>
              <a:endParaRPr lang="en-US" sz="3200" dirty="0">
                <a:latin typeface="Calibri" panose="020F0502020204030204" pitchFamily="34" charset="0"/>
                <a:ea typeface="Calibri" panose="020F0502020204030204" pitchFamily="34" charset="0"/>
                <a:cs typeface="Calibri" panose="020F0502020204030204" pitchFamily="34" charset="0"/>
              </a:endParaRPr>
            </a:p>
            <a:p>
              <a:pPr lvl="1"/>
              <a:r>
                <a:rPr lang="en-US" sz="3200" dirty="0">
                  <a:latin typeface="Calibri" panose="020F0502020204030204" pitchFamily="34" charset="0"/>
                  <a:ea typeface="Calibri" panose="020F0502020204030204" pitchFamily="34" charset="0"/>
                  <a:cs typeface="Calibri" panose="020F0502020204030204" pitchFamily="34" charset="0"/>
                </a:rPr>
                <a:t>Turbulence occurs  when</a:t>
              </a:r>
            </a:p>
            <a:p>
              <a:pPr marL="906463" lvl="2" indent="-449263">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High flow velocity</a:t>
              </a:r>
            </a:p>
            <a:p>
              <a:pPr marL="906463" lvl="2" indent="-449263">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Low viscosity</a:t>
              </a:r>
              <a:endParaRPr lang="en-CA" sz="32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Object 3">
              <a:extLst>
                <a:ext uri="{FF2B5EF4-FFF2-40B4-BE49-F238E27FC236}">
                  <a16:creationId xmlns:a16="http://schemas.microsoft.com/office/drawing/2014/main" id="{9C2B385F-AFA8-056D-0829-EBB0F886A325}"/>
                </a:ext>
              </a:extLst>
            </p:cNvPr>
            <p:cNvGraphicFramePr>
              <a:graphicFrameLocks noChangeAspect="1"/>
            </p:cNvGraphicFramePr>
            <p:nvPr>
              <p:extLst>
                <p:ext uri="{D42A27DB-BD31-4B8C-83A1-F6EECF244321}">
                  <p14:modId xmlns:p14="http://schemas.microsoft.com/office/powerpoint/2010/main" val="1756129192"/>
                </p:ext>
              </p:extLst>
            </p:nvPr>
          </p:nvGraphicFramePr>
          <p:xfrm>
            <a:off x="4458593" y="1148947"/>
            <a:ext cx="1735527" cy="1193518"/>
          </p:xfrm>
          <a:graphic>
            <a:graphicData uri="http://schemas.openxmlformats.org/presentationml/2006/ole">
              <mc:AlternateContent xmlns:mc="http://schemas.openxmlformats.org/markup-compatibility/2006">
                <mc:Choice xmlns:v="urn:schemas-microsoft-com:vml" Requires="v">
                  <p:oleObj name="Equation" r:id="rId3" imgW="583920" imgH="368280" progId="Equation.DSMT4">
                    <p:embed/>
                  </p:oleObj>
                </mc:Choice>
                <mc:Fallback>
                  <p:oleObj name="Equation" r:id="rId3" imgW="583920" imgH="368280" progId="Equation.DSMT4">
                    <p:embed/>
                    <p:pic>
                      <p:nvPicPr>
                        <p:cNvPr id="4" name="Object 3">
                          <a:extLst>
                            <a:ext uri="{FF2B5EF4-FFF2-40B4-BE49-F238E27FC236}">
                              <a16:creationId xmlns:a16="http://schemas.microsoft.com/office/drawing/2014/main" id="{9C2B385F-AFA8-056D-0829-EBB0F886A325}"/>
                            </a:ext>
                          </a:extLst>
                        </p:cNvPr>
                        <p:cNvPicPr/>
                        <p:nvPr/>
                      </p:nvPicPr>
                      <p:blipFill>
                        <a:blip r:embed="rId4"/>
                        <a:stretch>
                          <a:fillRect/>
                        </a:stretch>
                      </p:blipFill>
                      <p:spPr>
                        <a:xfrm>
                          <a:off x="4458593" y="1148947"/>
                          <a:ext cx="1735527" cy="1193518"/>
                        </a:xfrm>
                        <a:prstGeom prst="rect">
                          <a:avLst/>
                        </a:prstGeom>
                        <a:noFill/>
                        <a:ln w="15875">
                          <a:noFill/>
                        </a:ln>
                      </p:spPr>
                    </p:pic>
                  </p:oleObj>
                </mc:Fallback>
              </mc:AlternateContent>
            </a:graphicData>
          </a:graphic>
        </p:graphicFrame>
        <p:graphicFrame>
          <p:nvGraphicFramePr>
            <p:cNvPr id="5" name="Object 4">
              <a:extLst>
                <a:ext uri="{FF2B5EF4-FFF2-40B4-BE49-F238E27FC236}">
                  <a16:creationId xmlns:a16="http://schemas.microsoft.com/office/drawing/2014/main" id="{357354FA-71EE-21CC-DDEB-13C480FC61A5}"/>
                </a:ext>
              </a:extLst>
            </p:cNvPr>
            <p:cNvGraphicFramePr>
              <a:graphicFrameLocks noChangeAspect="1"/>
            </p:cNvGraphicFramePr>
            <p:nvPr>
              <p:extLst>
                <p:ext uri="{D42A27DB-BD31-4B8C-83A1-F6EECF244321}">
                  <p14:modId xmlns:p14="http://schemas.microsoft.com/office/powerpoint/2010/main" val="935950387"/>
                </p:ext>
              </p:extLst>
            </p:nvPr>
          </p:nvGraphicFramePr>
          <p:xfrm>
            <a:off x="1362952" y="2220319"/>
            <a:ext cx="6191282" cy="1306348"/>
          </p:xfrm>
          <a:graphic>
            <a:graphicData uri="http://schemas.openxmlformats.org/presentationml/2006/ole">
              <mc:AlternateContent xmlns:mc="http://schemas.openxmlformats.org/markup-compatibility/2006">
                <mc:Choice xmlns:v="urn:schemas-microsoft-com:vml" Requires="v">
                  <p:oleObj name="Equation" r:id="rId5" imgW="1904760" imgH="368280" progId="Equation.DSMT4">
                    <p:embed/>
                  </p:oleObj>
                </mc:Choice>
                <mc:Fallback>
                  <p:oleObj name="Equation" r:id="rId5" imgW="1904760" imgH="368280" progId="Equation.DSMT4">
                    <p:embed/>
                    <p:pic>
                      <p:nvPicPr>
                        <p:cNvPr id="5" name="Object 4">
                          <a:extLst>
                            <a:ext uri="{FF2B5EF4-FFF2-40B4-BE49-F238E27FC236}">
                              <a16:creationId xmlns:a16="http://schemas.microsoft.com/office/drawing/2014/main" id="{357354FA-71EE-21CC-DDEB-13C480FC61A5}"/>
                            </a:ext>
                          </a:extLst>
                        </p:cNvPr>
                        <p:cNvPicPr/>
                        <p:nvPr/>
                      </p:nvPicPr>
                      <p:blipFill>
                        <a:blip r:embed="rId6"/>
                        <a:stretch>
                          <a:fillRect/>
                        </a:stretch>
                      </p:blipFill>
                      <p:spPr>
                        <a:xfrm>
                          <a:off x="1362952" y="2220319"/>
                          <a:ext cx="6191282" cy="1306348"/>
                        </a:xfrm>
                        <a:prstGeom prst="rect">
                          <a:avLst/>
                        </a:prstGeom>
                        <a:noFill/>
                        <a:ln w="15875">
                          <a:noFill/>
                        </a:ln>
                      </p:spPr>
                    </p:pic>
                  </p:oleObj>
                </mc:Fallback>
              </mc:AlternateContent>
            </a:graphicData>
          </a:graphic>
        </p:graphicFrame>
      </p:grpSp>
      <p:graphicFrame>
        <p:nvGraphicFramePr>
          <p:cNvPr id="9" name="Object 8">
            <a:extLst>
              <a:ext uri="{FF2B5EF4-FFF2-40B4-BE49-F238E27FC236}">
                <a16:creationId xmlns:a16="http://schemas.microsoft.com/office/drawing/2014/main" id="{4BC0ECDB-FCE8-F30F-3291-BC58DCED3FB1}"/>
              </a:ext>
            </a:extLst>
          </p:cNvPr>
          <p:cNvGraphicFramePr>
            <a:graphicFrameLocks noChangeAspect="1"/>
          </p:cNvGraphicFramePr>
          <p:nvPr/>
        </p:nvGraphicFramePr>
        <p:xfrm>
          <a:off x="5004048" y="4653136"/>
          <a:ext cx="1614736" cy="562743"/>
        </p:xfrm>
        <a:graphic>
          <a:graphicData uri="http://schemas.openxmlformats.org/presentationml/2006/ole">
            <mc:AlternateContent xmlns:mc="http://schemas.openxmlformats.org/markup-compatibility/2006">
              <mc:Choice xmlns:v="urn:schemas-microsoft-com:vml" Requires="v">
                <p:oleObj name="Equation" r:id="rId7" imgW="596880" imgH="190440" progId="Equation.DSMT4">
                  <p:embed/>
                </p:oleObj>
              </mc:Choice>
              <mc:Fallback>
                <p:oleObj name="Equation" r:id="rId7" imgW="596880" imgH="190440" progId="Equation.DSMT4">
                  <p:embed/>
                  <p:pic>
                    <p:nvPicPr>
                      <p:cNvPr id="9" name="Object 8">
                        <a:extLst>
                          <a:ext uri="{FF2B5EF4-FFF2-40B4-BE49-F238E27FC236}">
                            <a16:creationId xmlns:a16="http://schemas.microsoft.com/office/drawing/2014/main" id="{4BC0ECDB-FCE8-F30F-3291-BC58DCED3FB1}"/>
                          </a:ext>
                        </a:extLst>
                      </p:cNvPr>
                      <p:cNvPicPr/>
                      <p:nvPr/>
                    </p:nvPicPr>
                    <p:blipFill>
                      <a:blip r:embed="rId8"/>
                      <a:stretch>
                        <a:fillRect/>
                      </a:stretch>
                    </p:blipFill>
                    <p:spPr>
                      <a:xfrm>
                        <a:off x="5004048" y="4653136"/>
                        <a:ext cx="1614736" cy="562743"/>
                      </a:xfrm>
                      <a:prstGeom prst="rect">
                        <a:avLst/>
                      </a:prstGeom>
                      <a:noFill/>
                      <a:ln w="15875">
                        <a:noFill/>
                      </a:ln>
                    </p:spPr>
                  </p:pic>
                </p:oleObj>
              </mc:Fallback>
            </mc:AlternateContent>
          </a:graphicData>
        </a:graphic>
      </p:graphicFrame>
      <p:sp>
        <p:nvSpPr>
          <p:cNvPr id="3" name="Date Placeholder 2">
            <a:extLst>
              <a:ext uri="{FF2B5EF4-FFF2-40B4-BE49-F238E27FC236}">
                <a16:creationId xmlns:a16="http://schemas.microsoft.com/office/drawing/2014/main" id="{8D17F57C-25C5-66FF-F2A9-8CE4EA6832B7}"/>
              </a:ext>
            </a:extLst>
          </p:cNvPr>
          <p:cNvSpPr>
            <a:spLocks noGrp="1"/>
          </p:cNvSpPr>
          <p:nvPr>
            <p:ph type="dt" sz="half" idx="10"/>
          </p:nvPr>
        </p:nvSpPr>
        <p:spPr/>
        <p:txBody>
          <a:bodyPr/>
          <a:lstStyle/>
          <a:p>
            <a:pPr>
              <a:defRPr/>
            </a:pPr>
            <a:fld id="{F017D958-CC18-4D2A-9E8B-01DFEAD4C55F}" type="datetime9">
              <a:rPr lang="en-US" smtClean="0"/>
              <a:t>10/25/2024 2:01:28 PM</a:t>
            </a:fld>
            <a:endParaRPr lang="en-CA" dirty="0"/>
          </a:p>
        </p:txBody>
      </p:sp>
      <p:sp>
        <p:nvSpPr>
          <p:cNvPr id="7" name="Slide Number Placeholder 6">
            <a:extLst>
              <a:ext uri="{FF2B5EF4-FFF2-40B4-BE49-F238E27FC236}">
                <a16:creationId xmlns:a16="http://schemas.microsoft.com/office/drawing/2014/main" id="{F3619AFC-FA1F-770C-81A5-C108CBF82950}"/>
              </a:ext>
            </a:extLst>
          </p:cNvPr>
          <p:cNvSpPr>
            <a:spLocks noGrp="1"/>
          </p:cNvSpPr>
          <p:nvPr>
            <p:ph type="sldNum" sz="quarter" idx="12"/>
          </p:nvPr>
        </p:nvSpPr>
        <p:spPr/>
        <p:txBody>
          <a:bodyPr/>
          <a:lstStyle/>
          <a:p>
            <a:pPr>
              <a:defRPr/>
            </a:pPr>
            <a:fld id="{18598880-23BB-4E77-BAE4-1716EE602DAD}" type="slidenum">
              <a:rPr lang="en-CA" smtClean="0"/>
              <a:pPr>
                <a:defRPr/>
              </a:pPr>
              <a:t>10</a:t>
            </a:fld>
            <a:endParaRPr lang="en-CA" dirty="0"/>
          </a:p>
        </p:txBody>
      </p:sp>
    </p:spTree>
    <p:extLst>
      <p:ext uri="{BB962C8B-B14F-4D97-AF65-F5344CB8AC3E}">
        <p14:creationId xmlns:p14="http://schemas.microsoft.com/office/powerpoint/2010/main" val="2110289521"/>
      </p:ext>
    </p:extLst>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Drift type instabilities</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24" name="TextBox 23">
            <a:extLst>
              <a:ext uri="{FF2B5EF4-FFF2-40B4-BE49-F238E27FC236}">
                <a16:creationId xmlns:a16="http://schemas.microsoft.com/office/drawing/2014/main" id="{655E2433-AA6F-6F4C-336E-BD0B14B81994}"/>
              </a:ext>
            </a:extLst>
          </p:cNvPr>
          <p:cNvSpPr txBox="1"/>
          <p:nvPr/>
        </p:nvSpPr>
        <p:spPr>
          <a:xfrm>
            <a:off x="-36512" y="908721"/>
            <a:ext cx="8892988" cy="4031873"/>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Cross field drift</a:t>
            </a:r>
          </a:p>
          <a:p>
            <a:pPr marL="446088"/>
            <a:r>
              <a:rPr lang="en-US" sz="3200" dirty="0">
                <a:latin typeface="Calibri" panose="020F0502020204030204" pitchFamily="34" charset="0"/>
                <a:ea typeface="Calibri" panose="020F0502020204030204" pitchFamily="34" charset="0"/>
                <a:cs typeface="Calibri" panose="020F0502020204030204" pitchFamily="34" charset="0"/>
              </a:rPr>
              <a:t>In addition to magnetic force , another force is added</a:t>
            </a:r>
          </a:p>
          <a:p>
            <a:pPr marL="446088"/>
            <a:endParaRPr lang="en-US" sz="3200" dirty="0">
              <a:latin typeface="Calibri" panose="020F0502020204030204" pitchFamily="34" charset="0"/>
              <a:ea typeface="Calibri" panose="020F0502020204030204" pitchFamily="34" charset="0"/>
              <a:cs typeface="Calibri" panose="020F0502020204030204" pitchFamily="34" charset="0"/>
            </a:endParaRPr>
          </a:p>
          <a:p>
            <a:pPr marL="446088"/>
            <a:endParaRPr lang="en-US" sz="3200" dirty="0">
              <a:latin typeface="Calibri" panose="020F0502020204030204" pitchFamily="34" charset="0"/>
              <a:ea typeface="Calibri" panose="020F0502020204030204" pitchFamily="34" charset="0"/>
              <a:cs typeface="Calibri" panose="020F0502020204030204" pitchFamily="34" charset="0"/>
            </a:endParaRPr>
          </a:p>
          <a:p>
            <a:pPr marL="446088"/>
            <a:r>
              <a:rPr lang="en-US" sz="3200" dirty="0">
                <a:latin typeface="Calibri" panose="020F0502020204030204" pitchFamily="34" charset="0"/>
                <a:ea typeface="Calibri" panose="020F0502020204030204" pitchFamily="34" charset="0"/>
                <a:cs typeface="Calibri" panose="020F0502020204030204" pitchFamily="34" charset="0"/>
              </a:rPr>
              <a:t>This causes a drift perpendicular to both the force and the magnetic field</a:t>
            </a:r>
          </a:p>
          <a:p>
            <a:pPr marL="457200" indent="-457200">
              <a:buFont typeface="Arial" panose="020B0604020202020204" pitchFamily="34" charset="0"/>
              <a:buChar char="•"/>
            </a:pPr>
            <a:endParaRPr lang="en-CA" sz="32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Object 2">
            <a:extLst>
              <a:ext uri="{FF2B5EF4-FFF2-40B4-BE49-F238E27FC236}">
                <a16:creationId xmlns:a16="http://schemas.microsoft.com/office/drawing/2014/main" id="{5285FC73-E2D9-6A96-DBF4-645523BF70B5}"/>
              </a:ext>
            </a:extLst>
          </p:cNvPr>
          <p:cNvGraphicFramePr>
            <a:graphicFrameLocks noChangeAspect="1"/>
          </p:cNvGraphicFramePr>
          <p:nvPr>
            <p:extLst>
              <p:ext uri="{D42A27DB-BD31-4B8C-83A1-F6EECF244321}">
                <p14:modId xmlns:p14="http://schemas.microsoft.com/office/powerpoint/2010/main" val="2341832537"/>
              </p:ext>
            </p:extLst>
          </p:nvPr>
        </p:nvGraphicFramePr>
        <p:xfrm>
          <a:off x="2771800" y="2186744"/>
          <a:ext cx="2916238" cy="1092200"/>
        </p:xfrm>
        <a:graphic>
          <a:graphicData uri="http://schemas.openxmlformats.org/presentationml/2006/ole">
            <mc:AlternateContent xmlns:mc="http://schemas.openxmlformats.org/markup-compatibility/2006">
              <mc:Choice xmlns:v="urn:schemas-microsoft-com:vml" Requires="v">
                <p:oleObj name="Equation" r:id="rId3" imgW="965160" imgH="355320" progId="Equation.DSMT4">
                  <p:embed/>
                </p:oleObj>
              </mc:Choice>
              <mc:Fallback>
                <p:oleObj name="Equation" r:id="rId3" imgW="965160" imgH="355320" progId="Equation.DSMT4">
                  <p:embed/>
                  <p:pic>
                    <p:nvPicPr>
                      <p:cNvPr id="3" name="Object 2">
                        <a:extLst>
                          <a:ext uri="{FF2B5EF4-FFF2-40B4-BE49-F238E27FC236}">
                            <a16:creationId xmlns:a16="http://schemas.microsoft.com/office/drawing/2014/main" id="{5285FC73-E2D9-6A96-DBF4-645523BF70B5}"/>
                          </a:ext>
                        </a:extLst>
                      </p:cNvPr>
                      <p:cNvPicPr/>
                      <p:nvPr/>
                    </p:nvPicPr>
                    <p:blipFill>
                      <a:blip r:embed="rId4"/>
                      <a:stretch>
                        <a:fillRect/>
                      </a:stretch>
                    </p:blipFill>
                    <p:spPr>
                      <a:xfrm>
                        <a:off x="2771800" y="2186744"/>
                        <a:ext cx="2916238" cy="1092200"/>
                      </a:xfrm>
                      <a:prstGeom prst="rect">
                        <a:avLst/>
                      </a:prstGeom>
                      <a:noFill/>
                      <a:ln w="15875">
                        <a:noFill/>
                      </a:ln>
                    </p:spPr>
                  </p:pic>
                </p:oleObj>
              </mc:Fallback>
            </mc:AlternateContent>
          </a:graphicData>
        </a:graphic>
      </p:graphicFrame>
      <p:graphicFrame>
        <p:nvGraphicFramePr>
          <p:cNvPr id="4" name="Object 3">
            <a:extLst>
              <a:ext uri="{FF2B5EF4-FFF2-40B4-BE49-F238E27FC236}">
                <a16:creationId xmlns:a16="http://schemas.microsoft.com/office/drawing/2014/main" id="{BFCFF82F-A49A-5E1F-3108-59D43F931D0A}"/>
              </a:ext>
            </a:extLst>
          </p:cNvPr>
          <p:cNvGraphicFramePr>
            <a:graphicFrameLocks noChangeAspect="1"/>
          </p:cNvGraphicFramePr>
          <p:nvPr>
            <p:extLst>
              <p:ext uri="{D42A27DB-BD31-4B8C-83A1-F6EECF244321}">
                <p14:modId xmlns:p14="http://schemas.microsoft.com/office/powerpoint/2010/main" val="4023685928"/>
              </p:ext>
            </p:extLst>
          </p:nvPr>
        </p:nvGraphicFramePr>
        <p:xfrm>
          <a:off x="1396375" y="4509120"/>
          <a:ext cx="1803400" cy="1209675"/>
        </p:xfrm>
        <a:graphic>
          <a:graphicData uri="http://schemas.openxmlformats.org/presentationml/2006/ole">
            <mc:AlternateContent xmlns:mc="http://schemas.openxmlformats.org/markup-compatibility/2006">
              <mc:Choice xmlns:v="urn:schemas-microsoft-com:vml" Requires="v">
                <p:oleObj name="Equation" r:id="rId5" imgW="596880" imgH="393480" progId="Equation.DSMT4">
                  <p:embed/>
                </p:oleObj>
              </mc:Choice>
              <mc:Fallback>
                <p:oleObj name="Equation" r:id="rId5" imgW="596880" imgH="393480" progId="Equation.DSMT4">
                  <p:embed/>
                  <p:pic>
                    <p:nvPicPr>
                      <p:cNvPr id="4" name="Object 3">
                        <a:extLst>
                          <a:ext uri="{FF2B5EF4-FFF2-40B4-BE49-F238E27FC236}">
                            <a16:creationId xmlns:a16="http://schemas.microsoft.com/office/drawing/2014/main" id="{BFCFF82F-A49A-5E1F-3108-59D43F931D0A}"/>
                          </a:ext>
                        </a:extLst>
                      </p:cNvPr>
                      <p:cNvPicPr/>
                      <p:nvPr/>
                    </p:nvPicPr>
                    <p:blipFill>
                      <a:blip r:embed="rId6"/>
                      <a:stretch>
                        <a:fillRect/>
                      </a:stretch>
                    </p:blipFill>
                    <p:spPr>
                      <a:xfrm>
                        <a:off x="1396375" y="4509120"/>
                        <a:ext cx="1803400" cy="1209675"/>
                      </a:xfrm>
                      <a:prstGeom prst="rect">
                        <a:avLst/>
                      </a:prstGeom>
                      <a:noFill/>
                      <a:ln w="15875">
                        <a:noFill/>
                      </a:ln>
                    </p:spPr>
                  </p:pic>
                </p:oleObj>
              </mc:Fallback>
            </mc:AlternateContent>
          </a:graphicData>
        </a:graphic>
      </p:graphicFrame>
      <p:sp>
        <p:nvSpPr>
          <p:cNvPr id="5" name="Date Placeholder 4">
            <a:extLst>
              <a:ext uri="{FF2B5EF4-FFF2-40B4-BE49-F238E27FC236}">
                <a16:creationId xmlns:a16="http://schemas.microsoft.com/office/drawing/2014/main" id="{C62F6741-51E8-62C5-7A72-7CA21F05E71A}"/>
              </a:ext>
            </a:extLst>
          </p:cNvPr>
          <p:cNvSpPr>
            <a:spLocks noGrp="1"/>
          </p:cNvSpPr>
          <p:nvPr>
            <p:ph type="dt" sz="half" idx="10"/>
          </p:nvPr>
        </p:nvSpPr>
        <p:spPr/>
        <p:txBody>
          <a:bodyPr/>
          <a:lstStyle/>
          <a:p>
            <a:pPr>
              <a:defRPr/>
            </a:pPr>
            <a:fld id="{FEB80B0F-9D4A-42D9-A4FC-439F6B91271F}" type="datetime9">
              <a:rPr lang="en-US" smtClean="0"/>
              <a:t>10/25/2024 2:01:28 PM</a:t>
            </a:fld>
            <a:endParaRPr lang="en-CA" dirty="0"/>
          </a:p>
        </p:txBody>
      </p:sp>
      <p:sp>
        <p:nvSpPr>
          <p:cNvPr id="7" name="Slide Number Placeholder 6">
            <a:extLst>
              <a:ext uri="{FF2B5EF4-FFF2-40B4-BE49-F238E27FC236}">
                <a16:creationId xmlns:a16="http://schemas.microsoft.com/office/drawing/2014/main" id="{DB739E48-343E-5C8D-C7C7-D40B0D890986}"/>
              </a:ext>
            </a:extLst>
          </p:cNvPr>
          <p:cNvSpPr>
            <a:spLocks noGrp="1"/>
          </p:cNvSpPr>
          <p:nvPr>
            <p:ph type="sldNum" sz="quarter" idx="12"/>
          </p:nvPr>
        </p:nvSpPr>
        <p:spPr/>
        <p:txBody>
          <a:bodyPr/>
          <a:lstStyle/>
          <a:p>
            <a:pPr>
              <a:defRPr/>
            </a:pPr>
            <a:fld id="{18598880-23BB-4E77-BAE4-1716EE602DAD}" type="slidenum">
              <a:rPr lang="en-CA" smtClean="0"/>
              <a:pPr>
                <a:defRPr/>
              </a:pPr>
              <a:t>11</a:t>
            </a:fld>
            <a:endParaRPr lang="en-CA" dirty="0"/>
          </a:p>
        </p:txBody>
      </p:sp>
      <p:grpSp>
        <p:nvGrpSpPr>
          <p:cNvPr id="22" name="Group 21">
            <a:extLst>
              <a:ext uri="{FF2B5EF4-FFF2-40B4-BE49-F238E27FC236}">
                <a16:creationId xmlns:a16="http://schemas.microsoft.com/office/drawing/2014/main" id="{934CC52D-5B71-7455-0AD7-4A7EA99BE11C}"/>
              </a:ext>
            </a:extLst>
          </p:cNvPr>
          <p:cNvGrpSpPr/>
          <p:nvPr/>
        </p:nvGrpSpPr>
        <p:grpSpPr>
          <a:xfrm>
            <a:off x="5688038" y="4001147"/>
            <a:ext cx="2833041" cy="2273446"/>
            <a:chOff x="5688038" y="4001147"/>
            <a:chExt cx="2833041" cy="2273446"/>
          </a:xfrm>
        </p:grpSpPr>
        <p:cxnSp>
          <p:nvCxnSpPr>
            <p:cNvPr id="8" name="Straight Arrow Connector 7">
              <a:extLst>
                <a:ext uri="{FF2B5EF4-FFF2-40B4-BE49-F238E27FC236}">
                  <a16:creationId xmlns:a16="http://schemas.microsoft.com/office/drawing/2014/main" id="{6A34FBDA-B862-6CF3-4308-D728EB0240C2}"/>
                </a:ext>
              </a:extLst>
            </p:cNvPr>
            <p:cNvCxnSpPr>
              <a:cxnSpLocks/>
            </p:cNvCxnSpPr>
            <p:nvPr/>
          </p:nvCxnSpPr>
          <p:spPr>
            <a:xfrm flipV="1">
              <a:off x="6451481" y="4783892"/>
              <a:ext cx="928831" cy="8684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535E62E-BE57-5977-050E-03F96182E55D}"/>
                </a:ext>
              </a:extLst>
            </p:cNvPr>
            <p:cNvCxnSpPr>
              <a:cxnSpLocks/>
            </p:cNvCxnSpPr>
            <p:nvPr/>
          </p:nvCxnSpPr>
          <p:spPr>
            <a:xfrm flipV="1">
              <a:off x="6451481" y="5309045"/>
              <a:ext cx="1512168" cy="35281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2B18D23-FD64-03B1-2AD5-A90A08EB60B4}"/>
                </a:ext>
              </a:extLst>
            </p:cNvPr>
            <p:cNvCxnSpPr>
              <a:cxnSpLocks/>
            </p:cNvCxnSpPr>
            <p:nvPr/>
          </p:nvCxnSpPr>
          <p:spPr>
            <a:xfrm flipH="1" flipV="1">
              <a:off x="6012160" y="4688566"/>
              <a:ext cx="432048" cy="9726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Object 16">
              <a:extLst>
                <a:ext uri="{FF2B5EF4-FFF2-40B4-BE49-F238E27FC236}">
                  <a16:creationId xmlns:a16="http://schemas.microsoft.com/office/drawing/2014/main" id="{26633991-3B75-1A28-6E2C-CDEC67E4FCC5}"/>
                </a:ext>
              </a:extLst>
            </p:cNvPr>
            <p:cNvGraphicFramePr>
              <a:graphicFrameLocks noChangeAspect="1"/>
            </p:cNvGraphicFramePr>
            <p:nvPr>
              <p:extLst>
                <p:ext uri="{D42A27DB-BD31-4B8C-83A1-F6EECF244321}">
                  <p14:modId xmlns:p14="http://schemas.microsoft.com/office/powerpoint/2010/main" val="3782751247"/>
                </p:ext>
              </p:extLst>
            </p:nvPr>
          </p:nvGraphicFramePr>
          <p:xfrm>
            <a:off x="8100392" y="4990747"/>
            <a:ext cx="420687" cy="547687"/>
          </p:xfrm>
          <a:graphic>
            <a:graphicData uri="http://schemas.openxmlformats.org/presentationml/2006/ole">
              <mc:AlternateContent xmlns:mc="http://schemas.openxmlformats.org/markup-compatibility/2006">
                <mc:Choice xmlns:v="urn:schemas-microsoft-com:vml" Requires="v">
                  <p:oleObj name="Equation" r:id="rId7" imgW="139680" imgH="177480" progId="Equation.DSMT4">
                    <p:embed/>
                  </p:oleObj>
                </mc:Choice>
                <mc:Fallback>
                  <p:oleObj name="Equation" r:id="rId7" imgW="139680" imgH="177480" progId="Equation.DSMT4">
                    <p:embed/>
                    <p:pic>
                      <p:nvPicPr>
                        <p:cNvPr id="17" name="Object 16">
                          <a:extLst>
                            <a:ext uri="{FF2B5EF4-FFF2-40B4-BE49-F238E27FC236}">
                              <a16:creationId xmlns:a16="http://schemas.microsoft.com/office/drawing/2014/main" id="{26633991-3B75-1A28-6E2C-CDEC67E4FCC5}"/>
                            </a:ext>
                          </a:extLst>
                        </p:cNvPr>
                        <p:cNvPicPr/>
                        <p:nvPr/>
                      </p:nvPicPr>
                      <p:blipFill>
                        <a:blip r:embed="rId8"/>
                        <a:stretch>
                          <a:fillRect/>
                        </a:stretch>
                      </p:blipFill>
                      <p:spPr>
                        <a:xfrm>
                          <a:off x="8100392" y="4990747"/>
                          <a:ext cx="420687" cy="547687"/>
                        </a:xfrm>
                        <a:prstGeom prst="rect">
                          <a:avLst/>
                        </a:prstGeom>
                        <a:noFill/>
                        <a:ln w="15875">
                          <a:noFill/>
                        </a:ln>
                      </p:spPr>
                    </p:pic>
                  </p:oleObj>
                </mc:Fallback>
              </mc:AlternateContent>
            </a:graphicData>
          </a:graphic>
        </p:graphicFrame>
        <p:graphicFrame>
          <p:nvGraphicFramePr>
            <p:cNvPr id="18" name="Object 17">
              <a:extLst>
                <a:ext uri="{FF2B5EF4-FFF2-40B4-BE49-F238E27FC236}">
                  <a16:creationId xmlns:a16="http://schemas.microsoft.com/office/drawing/2014/main" id="{FFFB9B20-12C7-EEE6-1510-CA3384027086}"/>
                </a:ext>
              </a:extLst>
            </p:cNvPr>
            <p:cNvGraphicFramePr>
              <a:graphicFrameLocks noChangeAspect="1"/>
            </p:cNvGraphicFramePr>
            <p:nvPr>
              <p:extLst>
                <p:ext uri="{D42A27DB-BD31-4B8C-83A1-F6EECF244321}">
                  <p14:modId xmlns:p14="http://schemas.microsoft.com/office/powerpoint/2010/main" val="4160620015"/>
                </p:ext>
              </p:extLst>
            </p:nvPr>
          </p:nvGraphicFramePr>
          <p:xfrm>
            <a:off x="7359885" y="4142466"/>
            <a:ext cx="422275" cy="546100"/>
          </p:xfrm>
          <a:graphic>
            <a:graphicData uri="http://schemas.openxmlformats.org/presentationml/2006/ole">
              <mc:AlternateContent xmlns:mc="http://schemas.openxmlformats.org/markup-compatibility/2006">
                <mc:Choice xmlns:v="urn:schemas-microsoft-com:vml" Requires="v">
                  <p:oleObj name="Equation" r:id="rId9" imgW="139680" imgH="177480" progId="Equation.DSMT4">
                    <p:embed/>
                  </p:oleObj>
                </mc:Choice>
                <mc:Fallback>
                  <p:oleObj name="Equation" r:id="rId9" imgW="139680" imgH="177480" progId="Equation.DSMT4">
                    <p:embed/>
                    <p:pic>
                      <p:nvPicPr>
                        <p:cNvPr id="18" name="Object 17">
                          <a:extLst>
                            <a:ext uri="{FF2B5EF4-FFF2-40B4-BE49-F238E27FC236}">
                              <a16:creationId xmlns:a16="http://schemas.microsoft.com/office/drawing/2014/main" id="{FFFB9B20-12C7-EEE6-1510-CA3384027086}"/>
                            </a:ext>
                          </a:extLst>
                        </p:cNvPr>
                        <p:cNvPicPr/>
                        <p:nvPr/>
                      </p:nvPicPr>
                      <p:blipFill>
                        <a:blip r:embed="rId10"/>
                        <a:stretch>
                          <a:fillRect/>
                        </a:stretch>
                      </p:blipFill>
                      <p:spPr>
                        <a:xfrm>
                          <a:off x="7359885" y="4142466"/>
                          <a:ext cx="422275" cy="546100"/>
                        </a:xfrm>
                        <a:prstGeom prst="rect">
                          <a:avLst/>
                        </a:prstGeom>
                        <a:noFill/>
                        <a:ln w="15875">
                          <a:noFill/>
                        </a:ln>
                      </p:spPr>
                    </p:pic>
                  </p:oleObj>
                </mc:Fallback>
              </mc:AlternateContent>
            </a:graphicData>
          </a:graphic>
        </p:graphicFrame>
        <p:graphicFrame>
          <p:nvGraphicFramePr>
            <p:cNvPr id="19" name="Object 18">
              <a:extLst>
                <a:ext uri="{FF2B5EF4-FFF2-40B4-BE49-F238E27FC236}">
                  <a16:creationId xmlns:a16="http://schemas.microsoft.com/office/drawing/2014/main" id="{F95C90F7-2EBF-89C1-C10A-F069AA23BF6F}"/>
                </a:ext>
              </a:extLst>
            </p:cNvPr>
            <p:cNvGraphicFramePr>
              <a:graphicFrameLocks noChangeAspect="1"/>
            </p:cNvGraphicFramePr>
            <p:nvPr>
              <p:extLst>
                <p:ext uri="{D42A27DB-BD31-4B8C-83A1-F6EECF244321}">
                  <p14:modId xmlns:p14="http://schemas.microsoft.com/office/powerpoint/2010/main" val="4152661307"/>
                </p:ext>
              </p:extLst>
            </p:nvPr>
          </p:nvGraphicFramePr>
          <p:xfrm>
            <a:off x="5688038" y="4001147"/>
            <a:ext cx="460375" cy="585787"/>
          </p:xfrm>
          <a:graphic>
            <a:graphicData uri="http://schemas.openxmlformats.org/presentationml/2006/ole">
              <mc:AlternateContent xmlns:mc="http://schemas.openxmlformats.org/markup-compatibility/2006">
                <mc:Choice xmlns:v="urn:schemas-microsoft-com:vml" Requires="v">
                  <p:oleObj name="Equation" r:id="rId11" imgW="152280" imgH="190440" progId="Equation.DSMT4">
                    <p:embed/>
                  </p:oleObj>
                </mc:Choice>
                <mc:Fallback>
                  <p:oleObj name="Equation" r:id="rId11" imgW="152280" imgH="190440" progId="Equation.DSMT4">
                    <p:embed/>
                    <p:pic>
                      <p:nvPicPr>
                        <p:cNvPr id="19" name="Object 18">
                          <a:extLst>
                            <a:ext uri="{FF2B5EF4-FFF2-40B4-BE49-F238E27FC236}">
                              <a16:creationId xmlns:a16="http://schemas.microsoft.com/office/drawing/2014/main" id="{F95C90F7-2EBF-89C1-C10A-F069AA23BF6F}"/>
                            </a:ext>
                          </a:extLst>
                        </p:cNvPr>
                        <p:cNvPicPr/>
                        <p:nvPr/>
                      </p:nvPicPr>
                      <p:blipFill>
                        <a:blip r:embed="rId12"/>
                        <a:stretch>
                          <a:fillRect/>
                        </a:stretch>
                      </p:blipFill>
                      <p:spPr>
                        <a:xfrm>
                          <a:off x="5688038" y="4001147"/>
                          <a:ext cx="460375" cy="585787"/>
                        </a:xfrm>
                        <a:prstGeom prst="rect">
                          <a:avLst/>
                        </a:prstGeom>
                        <a:noFill/>
                        <a:ln w="15875">
                          <a:noFill/>
                        </a:ln>
                      </p:spPr>
                    </p:pic>
                  </p:oleObj>
                </mc:Fallback>
              </mc:AlternateContent>
            </a:graphicData>
          </a:graphic>
        </p:graphicFrame>
        <p:graphicFrame>
          <p:nvGraphicFramePr>
            <p:cNvPr id="20" name="Object 19">
              <a:extLst>
                <a:ext uri="{FF2B5EF4-FFF2-40B4-BE49-F238E27FC236}">
                  <a16:creationId xmlns:a16="http://schemas.microsoft.com/office/drawing/2014/main" id="{D87867E1-1667-864B-BDB7-A2A105A6B3E4}"/>
                </a:ext>
              </a:extLst>
            </p:cNvPr>
            <p:cNvGraphicFramePr>
              <a:graphicFrameLocks noChangeAspect="1"/>
            </p:cNvGraphicFramePr>
            <p:nvPr>
              <p:extLst>
                <p:ext uri="{D42A27DB-BD31-4B8C-83A1-F6EECF244321}">
                  <p14:modId xmlns:p14="http://schemas.microsoft.com/office/powerpoint/2010/main" val="2254068375"/>
                </p:ext>
              </p:extLst>
            </p:nvPr>
          </p:nvGraphicFramePr>
          <p:xfrm>
            <a:off x="5964217" y="5688806"/>
            <a:ext cx="1458912" cy="585787"/>
          </p:xfrm>
          <a:graphic>
            <a:graphicData uri="http://schemas.openxmlformats.org/presentationml/2006/ole">
              <mc:AlternateContent xmlns:mc="http://schemas.openxmlformats.org/markup-compatibility/2006">
                <mc:Choice xmlns:v="urn:schemas-microsoft-com:vml" Requires="v">
                  <p:oleObj name="Equation" r:id="rId13" imgW="482400" imgH="190440" progId="Equation.DSMT4">
                    <p:embed/>
                  </p:oleObj>
                </mc:Choice>
                <mc:Fallback>
                  <p:oleObj name="Equation" r:id="rId13" imgW="482400" imgH="190440" progId="Equation.DSMT4">
                    <p:embed/>
                    <p:pic>
                      <p:nvPicPr>
                        <p:cNvPr id="20" name="Object 19">
                          <a:extLst>
                            <a:ext uri="{FF2B5EF4-FFF2-40B4-BE49-F238E27FC236}">
                              <a16:creationId xmlns:a16="http://schemas.microsoft.com/office/drawing/2014/main" id="{D87867E1-1667-864B-BDB7-A2A105A6B3E4}"/>
                            </a:ext>
                          </a:extLst>
                        </p:cNvPr>
                        <p:cNvPicPr/>
                        <p:nvPr/>
                      </p:nvPicPr>
                      <p:blipFill>
                        <a:blip r:embed="rId14"/>
                        <a:stretch>
                          <a:fillRect/>
                        </a:stretch>
                      </p:blipFill>
                      <p:spPr>
                        <a:xfrm>
                          <a:off x="5964217" y="5688806"/>
                          <a:ext cx="1458912" cy="585787"/>
                        </a:xfrm>
                        <a:prstGeom prst="rect">
                          <a:avLst/>
                        </a:prstGeom>
                        <a:noFill/>
                        <a:ln w="15875">
                          <a:noFill/>
                        </a:ln>
                      </p:spPr>
                    </p:pic>
                  </p:oleObj>
                </mc:Fallback>
              </mc:AlternateContent>
            </a:graphicData>
          </a:graphic>
        </p:graphicFrame>
      </p:grpSp>
    </p:spTree>
    <p:extLst>
      <p:ext uri="{BB962C8B-B14F-4D97-AF65-F5344CB8AC3E}">
        <p14:creationId xmlns:p14="http://schemas.microsoft.com/office/powerpoint/2010/main" val="2436959381"/>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         drift in tokamaks </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24" name="TextBox 23">
            <a:extLst>
              <a:ext uri="{FF2B5EF4-FFF2-40B4-BE49-F238E27FC236}">
                <a16:creationId xmlns:a16="http://schemas.microsoft.com/office/drawing/2014/main" id="{655E2433-AA6F-6F4C-336E-BD0B14B81994}"/>
              </a:ext>
            </a:extLst>
          </p:cNvPr>
          <p:cNvSpPr txBox="1"/>
          <p:nvPr/>
        </p:nvSpPr>
        <p:spPr>
          <a:xfrm>
            <a:off x="-36512" y="908721"/>
            <a:ext cx="8892988" cy="584775"/>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Radial electric force (assumed inwards) </a:t>
            </a:r>
          </a:p>
        </p:txBody>
      </p:sp>
      <p:graphicFrame>
        <p:nvGraphicFramePr>
          <p:cNvPr id="2" name="Object 1">
            <a:extLst>
              <a:ext uri="{FF2B5EF4-FFF2-40B4-BE49-F238E27FC236}">
                <a16:creationId xmlns:a16="http://schemas.microsoft.com/office/drawing/2014/main" id="{1976E05E-13DC-A6BA-D008-9F236AC53DA8}"/>
              </a:ext>
            </a:extLst>
          </p:cNvPr>
          <p:cNvGraphicFramePr>
            <a:graphicFrameLocks noChangeAspect="1"/>
          </p:cNvGraphicFramePr>
          <p:nvPr>
            <p:extLst>
              <p:ext uri="{D42A27DB-BD31-4B8C-83A1-F6EECF244321}">
                <p14:modId xmlns:p14="http://schemas.microsoft.com/office/powerpoint/2010/main" val="3179146145"/>
              </p:ext>
            </p:extLst>
          </p:nvPr>
        </p:nvGraphicFramePr>
        <p:xfrm>
          <a:off x="2052700" y="33784"/>
          <a:ext cx="1224136" cy="669479"/>
        </p:xfrm>
        <a:graphic>
          <a:graphicData uri="http://schemas.openxmlformats.org/presentationml/2006/ole">
            <mc:AlternateContent xmlns:mc="http://schemas.openxmlformats.org/markup-compatibility/2006">
              <mc:Choice xmlns:v="urn:schemas-microsoft-com:vml" Requires="v">
                <p:oleObj name="Equation" r:id="rId3" imgW="330120" imgH="177480" progId="Equation.DSMT4">
                  <p:embed/>
                </p:oleObj>
              </mc:Choice>
              <mc:Fallback>
                <p:oleObj name="Equation" r:id="rId3" imgW="330120" imgH="177480" progId="Equation.DSMT4">
                  <p:embed/>
                  <p:pic>
                    <p:nvPicPr>
                      <p:cNvPr id="2" name="Object 1">
                        <a:extLst>
                          <a:ext uri="{FF2B5EF4-FFF2-40B4-BE49-F238E27FC236}">
                            <a16:creationId xmlns:a16="http://schemas.microsoft.com/office/drawing/2014/main" id="{1976E05E-13DC-A6BA-D008-9F236AC53DA8}"/>
                          </a:ext>
                        </a:extLst>
                      </p:cNvPr>
                      <p:cNvPicPr/>
                      <p:nvPr/>
                    </p:nvPicPr>
                    <p:blipFill>
                      <a:blip r:embed="rId4"/>
                      <a:stretch>
                        <a:fillRect/>
                      </a:stretch>
                    </p:blipFill>
                    <p:spPr>
                      <a:xfrm>
                        <a:off x="2052700" y="33784"/>
                        <a:ext cx="1224136" cy="669479"/>
                      </a:xfrm>
                      <a:prstGeom prst="rect">
                        <a:avLst/>
                      </a:prstGeom>
                      <a:noFill/>
                      <a:ln w="15875">
                        <a:noFill/>
                      </a:ln>
                    </p:spPr>
                  </p:pic>
                </p:oleObj>
              </mc:Fallback>
            </mc:AlternateContent>
          </a:graphicData>
        </a:graphic>
      </p:graphicFrame>
      <p:graphicFrame>
        <p:nvGraphicFramePr>
          <p:cNvPr id="5" name="Object 4">
            <a:extLst>
              <a:ext uri="{FF2B5EF4-FFF2-40B4-BE49-F238E27FC236}">
                <a16:creationId xmlns:a16="http://schemas.microsoft.com/office/drawing/2014/main" id="{6DCD82DD-D314-284F-79F5-4600F54CBF3C}"/>
              </a:ext>
            </a:extLst>
          </p:cNvPr>
          <p:cNvGraphicFramePr>
            <a:graphicFrameLocks noChangeAspect="1"/>
          </p:cNvGraphicFramePr>
          <p:nvPr>
            <p:extLst>
              <p:ext uri="{D42A27DB-BD31-4B8C-83A1-F6EECF244321}">
                <p14:modId xmlns:p14="http://schemas.microsoft.com/office/powerpoint/2010/main" val="918433501"/>
              </p:ext>
            </p:extLst>
          </p:nvPr>
        </p:nvGraphicFramePr>
        <p:xfrm>
          <a:off x="2041525" y="1412875"/>
          <a:ext cx="3957638" cy="1289050"/>
        </p:xfrm>
        <a:graphic>
          <a:graphicData uri="http://schemas.openxmlformats.org/presentationml/2006/ole">
            <mc:AlternateContent xmlns:mc="http://schemas.openxmlformats.org/markup-compatibility/2006">
              <mc:Choice xmlns:v="urn:schemas-microsoft-com:vml" Requires="v">
                <p:oleObj name="Equation" r:id="rId5" imgW="1307880" imgH="419040" progId="Equation.DSMT4">
                  <p:embed/>
                </p:oleObj>
              </mc:Choice>
              <mc:Fallback>
                <p:oleObj name="Equation" r:id="rId5" imgW="1307880" imgH="419040" progId="Equation.DSMT4">
                  <p:embed/>
                  <p:pic>
                    <p:nvPicPr>
                      <p:cNvPr id="5" name="Object 4">
                        <a:extLst>
                          <a:ext uri="{FF2B5EF4-FFF2-40B4-BE49-F238E27FC236}">
                            <a16:creationId xmlns:a16="http://schemas.microsoft.com/office/drawing/2014/main" id="{6DCD82DD-D314-284F-79F5-4600F54CBF3C}"/>
                          </a:ext>
                        </a:extLst>
                      </p:cNvPr>
                      <p:cNvPicPr/>
                      <p:nvPr/>
                    </p:nvPicPr>
                    <p:blipFill>
                      <a:blip r:embed="rId6"/>
                      <a:stretch>
                        <a:fillRect/>
                      </a:stretch>
                    </p:blipFill>
                    <p:spPr>
                      <a:xfrm>
                        <a:off x="2041525" y="1412875"/>
                        <a:ext cx="3957638" cy="1289050"/>
                      </a:xfrm>
                      <a:prstGeom prst="rect">
                        <a:avLst/>
                      </a:prstGeom>
                      <a:noFill/>
                      <a:ln w="15875">
                        <a:noFill/>
                      </a:ln>
                    </p:spPr>
                  </p:pic>
                </p:oleObj>
              </mc:Fallback>
            </mc:AlternateContent>
          </a:graphicData>
        </a:graphic>
      </p:graphicFrame>
      <p:grpSp>
        <p:nvGrpSpPr>
          <p:cNvPr id="40" name="Group 39">
            <a:extLst>
              <a:ext uri="{FF2B5EF4-FFF2-40B4-BE49-F238E27FC236}">
                <a16:creationId xmlns:a16="http://schemas.microsoft.com/office/drawing/2014/main" id="{A6A18EEA-B189-91BD-C5F6-006CE6440184}"/>
              </a:ext>
            </a:extLst>
          </p:cNvPr>
          <p:cNvGrpSpPr/>
          <p:nvPr/>
        </p:nvGrpSpPr>
        <p:grpSpPr>
          <a:xfrm>
            <a:off x="1547664" y="2852936"/>
            <a:ext cx="2952328" cy="2952328"/>
            <a:chOff x="1547664" y="2852936"/>
            <a:chExt cx="2952328" cy="2952328"/>
          </a:xfrm>
        </p:grpSpPr>
        <p:sp>
          <p:nvSpPr>
            <p:cNvPr id="16" name="Oval 15">
              <a:extLst>
                <a:ext uri="{FF2B5EF4-FFF2-40B4-BE49-F238E27FC236}">
                  <a16:creationId xmlns:a16="http://schemas.microsoft.com/office/drawing/2014/main" id="{852A1B79-2E24-7E7F-5077-4EF2FA6ACBC1}"/>
                </a:ext>
              </a:extLst>
            </p:cNvPr>
            <p:cNvSpPr/>
            <p:nvPr/>
          </p:nvSpPr>
          <p:spPr>
            <a:xfrm>
              <a:off x="1547664" y="2852936"/>
              <a:ext cx="2952328" cy="2952328"/>
            </a:xfrm>
            <a:prstGeom prst="ellipse">
              <a:avLst/>
            </a:prstGeom>
            <a:noFill/>
            <a:ln w="34925">
              <a:solidFill>
                <a:srgbClr val="0066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118A5088-F1BE-0A24-B6C9-9EC012BD7F7A}"/>
                </a:ext>
              </a:extLst>
            </p:cNvPr>
            <p:cNvSpPr/>
            <p:nvPr/>
          </p:nvSpPr>
          <p:spPr>
            <a:xfrm>
              <a:off x="2051720" y="3414889"/>
              <a:ext cx="1940024" cy="1944216"/>
            </a:xfrm>
            <a:prstGeom prst="ellipse">
              <a:avLst/>
            </a:prstGeom>
            <a:noFill/>
            <a:ln w="1587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9" name="Straight Arrow Connector 18">
              <a:extLst>
                <a:ext uri="{FF2B5EF4-FFF2-40B4-BE49-F238E27FC236}">
                  <a16:creationId xmlns:a16="http://schemas.microsoft.com/office/drawing/2014/main" id="{EB8583CD-7230-4141-1A21-194C12429526}"/>
                </a:ext>
              </a:extLst>
            </p:cNvPr>
            <p:cNvCxnSpPr>
              <a:cxnSpLocks/>
              <a:stCxn id="17" idx="6"/>
            </p:cNvCxnSpPr>
            <p:nvPr/>
          </p:nvCxnSpPr>
          <p:spPr>
            <a:xfrm flipH="1">
              <a:off x="3563888" y="4386997"/>
              <a:ext cx="427856" cy="0"/>
            </a:xfrm>
            <a:prstGeom prst="straightConnector1">
              <a:avLst/>
            </a:prstGeom>
            <a:ln w="28575">
              <a:solidFill>
                <a:srgbClr val="C704CC"/>
              </a:solidFill>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3D1D8D22-0DAB-EA75-1428-CB7C6816476B}"/>
                </a:ext>
              </a:extLst>
            </p:cNvPr>
            <p:cNvGrpSpPr/>
            <p:nvPr/>
          </p:nvGrpSpPr>
          <p:grpSpPr>
            <a:xfrm>
              <a:off x="2756719" y="4102154"/>
              <a:ext cx="807169" cy="544513"/>
              <a:chOff x="6084169" y="1990725"/>
              <a:chExt cx="807169" cy="544513"/>
            </a:xfrm>
          </p:grpSpPr>
          <p:sp>
            <p:nvSpPr>
              <p:cNvPr id="23" name="Oval 22">
                <a:extLst>
                  <a:ext uri="{FF2B5EF4-FFF2-40B4-BE49-F238E27FC236}">
                    <a16:creationId xmlns:a16="http://schemas.microsoft.com/office/drawing/2014/main" id="{3B4500ED-6CCF-9FC7-3B13-4EC7FBAA0B28}"/>
                  </a:ext>
                </a:extLst>
              </p:cNvPr>
              <p:cNvSpPr/>
              <p:nvPr/>
            </p:nvSpPr>
            <p:spPr>
              <a:xfrm>
                <a:off x="6210269" y="2225394"/>
                <a:ext cx="89923" cy="9017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E5F7D8A0-56F8-0469-B974-2CC170397531}"/>
                  </a:ext>
                </a:extLst>
              </p:cNvPr>
              <p:cNvSpPr/>
              <p:nvPr/>
            </p:nvSpPr>
            <p:spPr>
              <a:xfrm>
                <a:off x="6084169" y="2096536"/>
                <a:ext cx="360040" cy="33839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aphicFrame>
            <p:nvGraphicFramePr>
              <p:cNvPr id="26" name="Object 25">
                <a:extLst>
                  <a:ext uri="{FF2B5EF4-FFF2-40B4-BE49-F238E27FC236}">
                    <a16:creationId xmlns:a16="http://schemas.microsoft.com/office/drawing/2014/main" id="{BBAF9D04-0326-CE96-F7DC-CA92127123C3}"/>
                  </a:ext>
                </a:extLst>
              </p:cNvPr>
              <p:cNvGraphicFramePr>
                <a:graphicFrameLocks noChangeAspect="1"/>
              </p:cNvGraphicFramePr>
              <p:nvPr>
                <p:extLst>
                  <p:ext uri="{D42A27DB-BD31-4B8C-83A1-F6EECF244321}">
                    <p14:modId xmlns:p14="http://schemas.microsoft.com/office/powerpoint/2010/main" val="1070543728"/>
                  </p:ext>
                </p:extLst>
              </p:nvPr>
            </p:nvGraphicFramePr>
            <p:xfrm>
              <a:off x="6469063" y="1990725"/>
              <a:ext cx="422275" cy="544513"/>
            </p:xfrm>
            <a:graphic>
              <a:graphicData uri="http://schemas.openxmlformats.org/presentationml/2006/ole">
                <mc:AlternateContent xmlns:mc="http://schemas.openxmlformats.org/markup-compatibility/2006">
                  <mc:Choice xmlns:v="urn:schemas-microsoft-com:vml" Requires="v">
                    <p:oleObj name="Equation" r:id="rId7" imgW="139680" imgH="177480" progId="Equation.DSMT4">
                      <p:embed/>
                    </p:oleObj>
                  </mc:Choice>
                  <mc:Fallback>
                    <p:oleObj name="Equation" r:id="rId7" imgW="139680" imgH="177480" progId="Equation.DSMT4">
                      <p:embed/>
                      <p:pic>
                        <p:nvPicPr>
                          <p:cNvPr id="26" name="Object 25">
                            <a:extLst>
                              <a:ext uri="{FF2B5EF4-FFF2-40B4-BE49-F238E27FC236}">
                                <a16:creationId xmlns:a16="http://schemas.microsoft.com/office/drawing/2014/main" id="{BBAF9D04-0326-CE96-F7DC-CA92127123C3}"/>
                              </a:ext>
                            </a:extLst>
                          </p:cNvPr>
                          <p:cNvPicPr/>
                          <p:nvPr/>
                        </p:nvPicPr>
                        <p:blipFill>
                          <a:blip r:embed="rId8"/>
                          <a:stretch>
                            <a:fillRect/>
                          </a:stretch>
                        </p:blipFill>
                        <p:spPr>
                          <a:xfrm>
                            <a:off x="6469063" y="1990725"/>
                            <a:ext cx="422275" cy="544513"/>
                          </a:xfrm>
                          <a:prstGeom prst="rect">
                            <a:avLst/>
                          </a:prstGeom>
                          <a:noFill/>
                          <a:ln w="15875">
                            <a:noFill/>
                          </a:ln>
                        </p:spPr>
                      </p:pic>
                    </p:oleObj>
                  </mc:Fallback>
                </mc:AlternateContent>
              </a:graphicData>
            </a:graphic>
          </p:graphicFrame>
        </p:grpSp>
        <p:cxnSp>
          <p:nvCxnSpPr>
            <p:cNvPr id="27" name="Straight Arrow Connector 26">
              <a:extLst>
                <a:ext uri="{FF2B5EF4-FFF2-40B4-BE49-F238E27FC236}">
                  <a16:creationId xmlns:a16="http://schemas.microsoft.com/office/drawing/2014/main" id="{4C14C706-80F1-542A-1909-49E2A35DD59D}"/>
                </a:ext>
              </a:extLst>
            </p:cNvPr>
            <p:cNvCxnSpPr>
              <a:cxnSpLocks/>
            </p:cNvCxnSpPr>
            <p:nvPr/>
          </p:nvCxnSpPr>
          <p:spPr>
            <a:xfrm>
              <a:off x="2051720" y="4343731"/>
              <a:ext cx="360040" cy="0"/>
            </a:xfrm>
            <a:prstGeom prst="straightConnector1">
              <a:avLst/>
            </a:prstGeom>
            <a:ln w="28575">
              <a:solidFill>
                <a:srgbClr val="C704CC"/>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91806CF-F525-5172-4A7E-B8A7147E1CB8}"/>
                </a:ext>
              </a:extLst>
            </p:cNvPr>
            <p:cNvCxnSpPr>
              <a:cxnSpLocks/>
            </p:cNvCxnSpPr>
            <p:nvPr/>
          </p:nvCxnSpPr>
          <p:spPr>
            <a:xfrm flipV="1">
              <a:off x="3021732" y="5013176"/>
              <a:ext cx="0" cy="345929"/>
            </a:xfrm>
            <a:prstGeom prst="straightConnector1">
              <a:avLst/>
            </a:prstGeom>
            <a:ln w="28575">
              <a:solidFill>
                <a:srgbClr val="C704CC"/>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8997F2E-11BA-512B-BB59-1E32F0801DAD}"/>
                </a:ext>
              </a:extLst>
            </p:cNvPr>
            <p:cNvCxnSpPr>
              <a:cxnSpLocks/>
              <a:stCxn id="17" idx="0"/>
            </p:cNvCxnSpPr>
            <p:nvPr/>
          </p:nvCxnSpPr>
          <p:spPr>
            <a:xfrm>
              <a:off x="3021732" y="3414889"/>
              <a:ext cx="0" cy="446159"/>
            </a:xfrm>
            <a:prstGeom prst="straightConnector1">
              <a:avLst/>
            </a:prstGeom>
            <a:ln w="28575">
              <a:solidFill>
                <a:srgbClr val="C704CC"/>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653E22D-03D7-BFC9-B5C9-A421C4C52679}"/>
                </a:ext>
              </a:extLst>
            </p:cNvPr>
            <p:cNvCxnSpPr>
              <a:cxnSpLocks/>
            </p:cNvCxnSpPr>
            <p:nvPr/>
          </p:nvCxnSpPr>
          <p:spPr>
            <a:xfrm flipV="1">
              <a:off x="3991744" y="4035983"/>
              <a:ext cx="0" cy="345929"/>
            </a:xfrm>
            <a:prstGeom prst="straightConnector1">
              <a:avLst/>
            </a:prstGeom>
            <a:ln w="28575">
              <a:solidFill>
                <a:srgbClr val="29F73D"/>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FBD93D4-3934-540D-C3B0-9A5558DACC80}"/>
                </a:ext>
              </a:extLst>
            </p:cNvPr>
            <p:cNvCxnSpPr>
              <a:cxnSpLocks/>
            </p:cNvCxnSpPr>
            <p:nvPr/>
          </p:nvCxnSpPr>
          <p:spPr>
            <a:xfrm flipH="1">
              <a:off x="2593876" y="3429000"/>
              <a:ext cx="427856" cy="0"/>
            </a:xfrm>
            <a:prstGeom prst="straightConnector1">
              <a:avLst/>
            </a:prstGeom>
            <a:ln w="28575">
              <a:solidFill>
                <a:srgbClr val="29F73D"/>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BC82B80-FD80-95BE-3865-CC0054C71287}"/>
                </a:ext>
              </a:extLst>
            </p:cNvPr>
            <p:cNvCxnSpPr>
              <a:cxnSpLocks/>
            </p:cNvCxnSpPr>
            <p:nvPr/>
          </p:nvCxnSpPr>
          <p:spPr>
            <a:xfrm>
              <a:off x="2972742" y="5359105"/>
              <a:ext cx="360040" cy="0"/>
            </a:xfrm>
            <a:prstGeom prst="straightConnector1">
              <a:avLst/>
            </a:prstGeom>
            <a:ln w="28575">
              <a:solidFill>
                <a:srgbClr val="29F73D"/>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7DE66B3-0B5F-80FD-93C2-0BED5DB89DD2}"/>
                </a:ext>
              </a:extLst>
            </p:cNvPr>
            <p:cNvCxnSpPr>
              <a:cxnSpLocks/>
            </p:cNvCxnSpPr>
            <p:nvPr/>
          </p:nvCxnSpPr>
          <p:spPr>
            <a:xfrm>
              <a:off x="2051720" y="4323277"/>
              <a:ext cx="0" cy="446159"/>
            </a:xfrm>
            <a:prstGeom prst="straightConnector1">
              <a:avLst/>
            </a:prstGeom>
            <a:ln w="28575">
              <a:solidFill>
                <a:srgbClr val="29F73D"/>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39" name="Object 38">
            <a:extLst>
              <a:ext uri="{FF2B5EF4-FFF2-40B4-BE49-F238E27FC236}">
                <a16:creationId xmlns:a16="http://schemas.microsoft.com/office/drawing/2014/main" id="{ABFBC313-89EA-F291-C43C-7291F26C3B91}"/>
              </a:ext>
            </a:extLst>
          </p:cNvPr>
          <p:cNvGraphicFramePr>
            <a:graphicFrameLocks noChangeAspect="1"/>
          </p:cNvGraphicFramePr>
          <p:nvPr>
            <p:extLst>
              <p:ext uri="{D42A27DB-BD31-4B8C-83A1-F6EECF244321}">
                <p14:modId xmlns:p14="http://schemas.microsoft.com/office/powerpoint/2010/main" val="2432627241"/>
              </p:ext>
            </p:extLst>
          </p:nvPr>
        </p:nvGraphicFramePr>
        <p:xfrm>
          <a:off x="4683125" y="3213100"/>
          <a:ext cx="2073275" cy="1093788"/>
        </p:xfrm>
        <a:graphic>
          <a:graphicData uri="http://schemas.openxmlformats.org/presentationml/2006/ole">
            <mc:AlternateContent xmlns:mc="http://schemas.openxmlformats.org/markup-compatibility/2006">
              <mc:Choice xmlns:v="urn:schemas-microsoft-com:vml" Requires="v">
                <p:oleObj name="Equation" r:id="rId9" imgW="685800" imgH="355320" progId="Equation.DSMT4">
                  <p:embed/>
                </p:oleObj>
              </mc:Choice>
              <mc:Fallback>
                <p:oleObj name="Equation" r:id="rId9" imgW="685800" imgH="355320" progId="Equation.DSMT4">
                  <p:embed/>
                  <p:pic>
                    <p:nvPicPr>
                      <p:cNvPr id="39" name="Object 38">
                        <a:extLst>
                          <a:ext uri="{FF2B5EF4-FFF2-40B4-BE49-F238E27FC236}">
                            <a16:creationId xmlns:a16="http://schemas.microsoft.com/office/drawing/2014/main" id="{ABFBC313-89EA-F291-C43C-7291F26C3B91}"/>
                          </a:ext>
                        </a:extLst>
                      </p:cNvPr>
                      <p:cNvPicPr/>
                      <p:nvPr/>
                    </p:nvPicPr>
                    <p:blipFill>
                      <a:blip r:embed="rId10"/>
                      <a:stretch>
                        <a:fillRect/>
                      </a:stretch>
                    </p:blipFill>
                    <p:spPr>
                      <a:xfrm>
                        <a:off x="4683125" y="3213100"/>
                        <a:ext cx="2073275" cy="1093788"/>
                      </a:xfrm>
                      <a:prstGeom prst="rect">
                        <a:avLst/>
                      </a:prstGeom>
                      <a:noFill/>
                      <a:ln w="15875">
                        <a:noFill/>
                      </a:ln>
                    </p:spPr>
                  </p:pic>
                </p:oleObj>
              </mc:Fallback>
            </mc:AlternateContent>
          </a:graphicData>
        </a:graphic>
      </p:graphicFrame>
      <p:sp>
        <p:nvSpPr>
          <p:cNvPr id="41" name="Date Placeholder 40">
            <a:extLst>
              <a:ext uri="{FF2B5EF4-FFF2-40B4-BE49-F238E27FC236}">
                <a16:creationId xmlns:a16="http://schemas.microsoft.com/office/drawing/2014/main" id="{FF480FF8-7BF3-4158-2022-A15C5BD26EFF}"/>
              </a:ext>
            </a:extLst>
          </p:cNvPr>
          <p:cNvSpPr>
            <a:spLocks noGrp="1"/>
          </p:cNvSpPr>
          <p:nvPr>
            <p:ph type="dt" sz="half" idx="10"/>
          </p:nvPr>
        </p:nvSpPr>
        <p:spPr/>
        <p:txBody>
          <a:bodyPr/>
          <a:lstStyle/>
          <a:p>
            <a:pPr>
              <a:defRPr/>
            </a:pPr>
            <a:fld id="{A337D7DF-A439-4818-A946-0674ACA22E2F}" type="datetime9">
              <a:rPr lang="en-US" smtClean="0"/>
              <a:t>10/25/2024 2:01:28 PM</a:t>
            </a:fld>
            <a:endParaRPr lang="en-CA" dirty="0"/>
          </a:p>
        </p:txBody>
      </p:sp>
      <p:sp>
        <p:nvSpPr>
          <p:cNvPr id="42" name="Slide Number Placeholder 41">
            <a:extLst>
              <a:ext uri="{FF2B5EF4-FFF2-40B4-BE49-F238E27FC236}">
                <a16:creationId xmlns:a16="http://schemas.microsoft.com/office/drawing/2014/main" id="{181439B5-A135-AF21-DE2A-EBC91EF968E8}"/>
              </a:ext>
            </a:extLst>
          </p:cNvPr>
          <p:cNvSpPr>
            <a:spLocks noGrp="1"/>
          </p:cNvSpPr>
          <p:nvPr>
            <p:ph type="sldNum" sz="quarter" idx="12"/>
          </p:nvPr>
        </p:nvSpPr>
        <p:spPr/>
        <p:txBody>
          <a:bodyPr/>
          <a:lstStyle/>
          <a:p>
            <a:pPr>
              <a:defRPr/>
            </a:pPr>
            <a:fld id="{18598880-23BB-4E77-BAE4-1716EE602DAD}" type="slidenum">
              <a:rPr lang="en-CA" smtClean="0"/>
              <a:pPr>
                <a:defRPr/>
              </a:pPr>
              <a:t>12</a:t>
            </a:fld>
            <a:endParaRPr lang="en-CA" dirty="0"/>
          </a:p>
        </p:txBody>
      </p:sp>
    </p:spTree>
    <p:extLst>
      <p:ext uri="{BB962C8B-B14F-4D97-AF65-F5344CB8AC3E}">
        <p14:creationId xmlns:p14="http://schemas.microsoft.com/office/powerpoint/2010/main" val="2738774772"/>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Pressure Gradient Drift </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24" name="TextBox 23">
            <a:extLst>
              <a:ext uri="{FF2B5EF4-FFF2-40B4-BE49-F238E27FC236}">
                <a16:creationId xmlns:a16="http://schemas.microsoft.com/office/drawing/2014/main" id="{655E2433-AA6F-6F4C-336E-BD0B14B81994}"/>
              </a:ext>
            </a:extLst>
          </p:cNvPr>
          <p:cNvSpPr txBox="1"/>
          <p:nvPr/>
        </p:nvSpPr>
        <p:spPr>
          <a:xfrm>
            <a:off x="-36512" y="908721"/>
            <a:ext cx="7056784" cy="584775"/>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Pressure force per particle</a:t>
            </a:r>
          </a:p>
        </p:txBody>
      </p:sp>
      <p:graphicFrame>
        <p:nvGraphicFramePr>
          <p:cNvPr id="5" name="Object 4">
            <a:extLst>
              <a:ext uri="{FF2B5EF4-FFF2-40B4-BE49-F238E27FC236}">
                <a16:creationId xmlns:a16="http://schemas.microsoft.com/office/drawing/2014/main" id="{6DCD82DD-D314-284F-79F5-4600F54CBF3C}"/>
              </a:ext>
            </a:extLst>
          </p:cNvPr>
          <p:cNvGraphicFramePr>
            <a:graphicFrameLocks noChangeAspect="1"/>
          </p:cNvGraphicFramePr>
          <p:nvPr>
            <p:extLst>
              <p:ext uri="{D42A27DB-BD31-4B8C-83A1-F6EECF244321}">
                <p14:modId xmlns:p14="http://schemas.microsoft.com/office/powerpoint/2010/main" val="3836860776"/>
              </p:ext>
            </p:extLst>
          </p:nvPr>
        </p:nvGraphicFramePr>
        <p:xfrm>
          <a:off x="3851920" y="1340768"/>
          <a:ext cx="4572000" cy="1366838"/>
        </p:xfrm>
        <a:graphic>
          <a:graphicData uri="http://schemas.openxmlformats.org/presentationml/2006/ole">
            <mc:AlternateContent xmlns:mc="http://schemas.openxmlformats.org/markup-compatibility/2006">
              <mc:Choice xmlns:v="urn:schemas-microsoft-com:vml" Requires="v">
                <p:oleObj name="Equation" r:id="rId3" imgW="1511280" imgH="444240" progId="Equation.DSMT4">
                  <p:embed/>
                </p:oleObj>
              </mc:Choice>
              <mc:Fallback>
                <p:oleObj name="Equation" r:id="rId3" imgW="1511280" imgH="444240" progId="Equation.DSMT4">
                  <p:embed/>
                  <p:pic>
                    <p:nvPicPr>
                      <p:cNvPr id="5" name="Object 4">
                        <a:extLst>
                          <a:ext uri="{FF2B5EF4-FFF2-40B4-BE49-F238E27FC236}">
                            <a16:creationId xmlns:a16="http://schemas.microsoft.com/office/drawing/2014/main" id="{6DCD82DD-D314-284F-79F5-4600F54CBF3C}"/>
                          </a:ext>
                        </a:extLst>
                      </p:cNvPr>
                      <p:cNvPicPr/>
                      <p:nvPr/>
                    </p:nvPicPr>
                    <p:blipFill>
                      <a:blip r:embed="rId4"/>
                      <a:stretch>
                        <a:fillRect/>
                      </a:stretch>
                    </p:blipFill>
                    <p:spPr>
                      <a:xfrm>
                        <a:off x="3851920" y="1340768"/>
                        <a:ext cx="4572000" cy="1366838"/>
                      </a:xfrm>
                      <a:prstGeom prst="rect">
                        <a:avLst/>
                      </a:prstGeom>
                      <a:noFill/>
                      <a:ln w="15875">
                        <a:noFill/>
                      </a:ln>
                    </p:spPr>
                  </p:pic>
                </p:oleObj>
              </mc:Fallback>
            </mc:AlternateContent>
          </a:graphicData>
        </a:graphic>
      </p:graphicFrame>
      <p:grpSp>
        <p:nvGrpSpPr>
          <p:cNvPr id="3" name="Group 2">
            <a:extLst>
              <a:ext uri="{FF2B5EF4-FFF2-40B4-BE49-F238E27FC236}">
                <a16:creationId xmlns:a16="http://schemas.microsoft.com/office/drawing/2014/main" id="{BE448738-7DEF-C647-C459-A6CA1BABD569}"/>
              </a:ext>
            </a:extLst>
          </p:cNvPr>
          <p:cNvGrpSpPr/>
          <p:nvPr/>
        </p:nvGrpSpPr>
        <p:grpSpPr>
          <a:xfrm>
            <a:off x="356632" y="1915866"/>
            <a:ext cx="2808312" cy="2714816"/>
            <a:chOff x="1547664" y="2852936"/>
            <a:chExt cx="2952328" cy="2952328"/>
          </a:xfrm>
        </p:grpSpPr>
        <p:sp>
          <p:nvSpPr>
            <p:cNvPr id="16" name="Oval 15">
              <a:extLst>
                <a:ext uri="{FF2B5EF4-FFF2-40B4-BE49-F238E27FC236}">
                  <a16:creationId xmlns:a16="http://schemas.microsoft.com/office/drawing/2014/main" id="{852A1B79-2E24-7E7F-5077-4EF2FA6ACBC1}"/>
                </a:ext>
              </a:extLst>
            </p:cNvPr>
            <p:cNvSpPr/>
            <p:nvPr/>
          </p:nvSpPr>
          <p:spPr>
            <a:xfrm>
              <a:off x="1547664" y="2852936"/>
              <a:ext cx="2952328" cy="2952328"/>
            </a:xfrm>
            <a:prstGeom prst="ellipse">
              <a:avLst/>
            </a:prstGeom>
            <a:noFill/>
            <a:ln w="34925">
              <a:solidFill>
                <a:srgbClr val="0066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118A5088-F1BE-0A24-B6C9-9EC012BD7F7A}"/>
                </a:ext>
              </a:extLst>
            </p:cNvPr>
            <p:cNvSpPr/>
            <p:nvPr/>
          </p:nvSpPr>
          <p:spPr>
            <a:xfrm>
              <a:off x="2051720" y="3414889"/>
              <a:ext cx="1940024" cy="1944216"/>
            </a:xfrm>
            <a:prstGeom prst="ellipse">
              <a:avLst/>
            </a:prstGeom>
            <a:noFill/>
            <a:ln w="1587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9" name="Straight Arrow Connector 18">
              <a:extLst>
                <a:ext uri="{FF2B5EF4-FFF2-40B4-BE49-F238E27FC236}">
                  <a16:creationId xmlns:a16="http://schemas.microsoft.com/office/drawing/2014/main" id="{EB8583CD-7230-4141-1A21-194C12429526}"/>
                </a:ext>
              </a:extLst>
            </p:cNvPr>
            <p:cNvCxnSpPr>
              <a:cxnSpLocks/>
              <a:stCxn id="17" idx="6"/>
            </p:cNvCxnSpPr>
            <p:nvPr/>
          </p:nvCxnSpPr>
          <p:spPr>
            <a:xfrm flipH="1">
              <a:off x="3563888" y="4386997"/>
              <a:ext cx="427856" cy="0"/>
            </a:xfrm>
            <a:prstGeom prst="straightConnector1">
              <a:avLst/>
            </a:prstGeom>
            <a:ln w="28575">
              <a:solidFill>
                <a:srgbClr val="C704CC"/>
              </a:solidFill>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3D1D8D22-0DAB-EA75-1428-CB7C6816476B}"/>
                </a:ext>
              </a:extLst>
            </p:cNvPr>
            <p:cNvGrpSpPr/>
            <p:nvPr/>
          </p:nvGrpSpPr>
          <p:grpSpPr>
            <a:xfrm>
              <a:off x="2756719" y="4102154"/>
              <a:ext cx="807169" cy="544513"/>
              <a:chOff x="6084169" y="1990725"/>
              <a:chExt cx="807169" cy="544513"/>
            </a:xfrm>
          </p:grpSpPr>
          <p:sp>
            <p:nvSpPr>
              <p:cNvPr id="23" name="Oval 22">
                <a:extLst>
                  <a:ext uri="{FF2B5EF4-FFF2-40B4-BE49-F238E27FC236}">
                    <a16:creationId xmlns:a16="http://schemas.microsoft.com/office/drawing/2014/main" id="{3B4500ED-6CCF-9FC7-3B13-4EC7FBAA0B28}"/>
                  </a:ext>
                </a:extLst>
              </p:cNvPr>
              <p:cNvSpPr/>
              <p:nvPr/>
            </p:nvSpPr>
            <p:spPr>
              <a:xfrm>
                <a:off x="6210269" y="2225394"/>
                <a:ext cx="89923" cy="9017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E5F7D8A0-56F8-0469-B974-2CC170397531}"/>
                  </a:ext>
                </a:extLst>
              </p:cNvPr>
              <p:cNvSpPr/>
              <p:nvPr/>
            </p:nvSpPr>
            <p:spPr>
              <a:xfrm>
                <a:off x="6084169" y="2096536"/>
                <a:ext cx="360040" cy="33839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aphicFrame>
            <p:nvGraphicFramePr>
              <p:cNvPr id="26" name="Object 25">
                <a:extLst>
                  <a:ext uri="{FF2B5EF4-FFF2-40B4-BE49-F238E27FC236}">
                    <a16:creationId xmlns:a16="http://schemas.microsoft.com/office/drawing/2014/main" id="{BBAF9D04-0326-CE96-F7DC-CA92127123C3}"/>
                  </a:ext>
                </a:extLst>
              </p:cNvPr>
              <p:cNvGraphicFramePr>
                <a:graphicFrameLocks noChangeAspect="1"/>
              </p:cNvGraphicFramePr>
              <p:nvPr/>
            </p:nvGraphicFramePr>
            <p:xfrm>
              <a:off x="6469063" y="1990725"/>
              <a:ext cx="422275" cy="544513"/>
            </p:xfrm>
            <a:graphic>
              <a:graphicData uri="http://schemas.openxmlformats.org/presentationml/2006/ole">
                <mc:AlternateContent xmlns:mc="http://schemas.openxmlformats.org/markup-compatibility/2006">
                  <mc:Choice xmlns:v="urn:schemas-microsoft-com:vml" Requires="v">
                    <p:oleObj name="Equation" r:id="rId5" imgW="139680" imgH="177480" progId="Equation.DSMT4">
                      <p:embed/>
                    </p:oleObj>
                  </mc:Choice>
                  <mc:Fallback>
                    <p:oleObj name="Equation" r:id="rId5" imgW="139680" imgH="177480" progId="Equation.DSMT4">
                      <p:embed/>
                      <p:pic>
                        <p:nvPicPr>
                          <p:cNvPr id="26" name="Object 25">
                            <a:extLst>
                              <a:ext uri="{FF2B5EF4-FFF2-40B4-BE49-F238E27FC236}">
                                <a16:creationId xmlns:a16="http://schemas.microsoft.com/office/drawing/2014/main" id="{BBAF9D04-0326-CE96-F7DC-CA92127123C3}"/>
                              </a:ext>
                            </a:extLst>
                          </p:cNvPr>
                          <p:cNvPicPr/>
                          <p:nvPr/>
                        </p:nvPicPr>
                        <p:blipFill>
                          <a:blip r:embed="rId6"/>
                          <a:stretch>
                            <a:fillRect/>
                          </a:stretch>
                        </p:blipFill>
                        <p:spPr>
                          <a:xfrm>
                            <a:off x="6469063" y="1990725"/>
                            <a:ext cx="422275" cy="544513"/>
                          </a:xfrm>
                          <a:prstGeom prst="rect">
                            <a:avLst/>
                          </a:prstGeom>
                          <a:noFill/>
                          <a:ln w="15875">
                            <a:noFill/>
                          </a:ln>
                        </p:spPr>
                      </p:pic>
                    </p:oleObj>
                  </mc:Fallback>
                </mc:AlternateContent>
              </a:graphicData>
            </a:graphic>
          </p:graphicFrame>
        </p:grpSp>
        <p:cxnSp>
          <p:nvCxnSpPr>
            <p:cNvPr id="27" name="Straight Arrow Connector 26">
              <a:extLst>
                <a:ext uri="{FF2B5EF4-FFF2-40B4-BE49-F238E27FC236}">
                  <a16:creationId xmlns:a16="http://schemas.microsoft.com/office/drawing/2014/main" id="{4C14C706-80F1-542A-1909-49E2A35DD59D}"/>
                </a:ext>
              </a:extLst>
            </p:cNvPr>
            <p:cNvCxnSpPr>
              <a:cxnSpLocks/>
            </p:cNvCxnSpPr>
            <p:nvPr/>
          </p:nvCxnSpPr>
          <p:spPr>
            <a:xfrm>
              <a:off x="2051720" y="4343731"/>
              <a:ext cx="360040" cy="0"/>
            </a:xfrm>
            <a:prstGeom prst="straightConnector1">
              <a:avLst/>
            </a:prstGeom>
            <a:ln w="28575">
              <a:solidFill>
                <a:srgbClr val="C704CC"/>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91806CF-F525-5172-4A7E-B8A7147E1CB8}"/>
                </a:ext>
              </a:extLst>
            </p:cNvPr>
            <p:cNvCxnSpPr>
              <a:cxnSpLocks/>
            </p:cNvCxnSpPr>
            <p:nvPr/>
          </p:nvCxnSpPr>
          <p:spPr>
            <a:xfrm flipV="1">
              <a:off x="3021732" y="5013176"/>
              <a:ext cx="0" cy="345929"/>
            </a:xfrm>
            <a:prstGeom prst="straightConnector1">
              <a:avLst/>
            </a:prstGeom>
            <a:ln w="28575">
              <a:solidFill>
                <a:srgbClr val="C704CC"/>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8997F2E-11BA-512B-BB59-1E32F0801DAD}"/>
                </a:ext>
              </a:extLst>
            </p:cNvPr>
            <p:cNvCxnSpPr>
              <a:cxnSpLocks/>
              <a:stCxn id="17" idx="0"/>
            </p:cNvCxnSpPr>
            <p:nvPr/>
          </p:nvCxnSpPr>
          <p:spPr>
            <a:xfrm>
              <a:off x="3021732" y="3414889"/>
              <a:ext cx="0" cy="446159"/>
            </a:xfrm>
            <a:prstGeom prst="straightConnector1">
              <a:avLst/>
            </a:prstGeom>
            <a:ln w="28575">
              <a:solidFill>
                <a:srgbClr val="C704CC"/>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653E22D-03D7-BFC9-B5C9-A421C4C52679}"/>
                </a:ext>
              </a:extLst>
            </p:cNvPr>
            <p:cNvCxnSpPr>
              <a:cxnSpLocks/>
            </p:cNvCxnSpPr>
            <p:nvPr/>
          </p:nvCxnSpPr>
          <p:spPr>
            <a:xfrm>
              <a:off x="3991744" y="4381912"/>
              <a:ext cx="0" cy="387524"/>
            </a:xfrm>
            <a:prstGeom prst="straightConnector1">
              <a:avLst/>
            </a:prstGeom>
            <a:ln w="28575">
              <a:solidFill>
                <a:srgbClr val="29F73D"/>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FBD93D4-3934-540D-C3B0-9A5558DACC80}"/>
                </a:ext>
              </a:extLst>
            </p:cNvPr>
            <p:cNvCxnSpPr>
              <a:cxnSpLocks/>
            </p:cNvCxnSpPr>
            <p:nvPr/>
          </p:nvCxnSpPr>
          <p:spPr>
            <a:xfrm>
              <a:off x="3021732" y="3429000"/>
              <a:ext cx="398140" cy="0"/>
            </a:xfrm>
            <a:prstGeom prst="straightConnector1">
              <a:avLst/>
            </a:prstGeom>
            <a:ln w="28575">
              <a:solidFill>
                <a:srgbClr val="29F73D"/>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BC82B80-FD80-95BE-3865-CC0054C71287}"/>
                </a:ext>
              </a:extLst>
            </p:cNvPr>
            <p:cNvCxnSpPr>
              <a:cxnSpLocks/>
            </p:cNvCxnSpPr>
            <p:nvPr/>
          </p:nvCxnSpPr>
          <p:spPr>
            <a:xfrm flipH="1">
              <a:off x="2627784" y="5359105"/>
              <a:ext cx="344958" cy="14111"/>
            </a:xfrm>
            <a:prstGeom prst="straightConnector1">
              <a:avLst/>
            </a:prstGeom>
            <a:ln w="28575">
              <a:solidFill>
                <a:srgbClr val="29F73D"/>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7DE66B3-0B5F-80FD-93C2-0BED5DB89DD2}"/>
                </a:ext>
              </a:extLst>
            </p:cNvPr>
            <p:cNvCxnSpPr>
              <a:cxnSpLocks/>
            </p:cNvCxnSpPr>
            <p:nvPr/>
          </p:nvCxnSpPr>
          <p:spPr>
            <a:xfrm flipV="1">
              <a:off x="2051720" y="4005064"/>
              <a:ext cx="0" cy="318213"/>
            </a:xfrm>
            <a:prstGeom prst="straightConnector1">
              <a:avLst/>
            </a:prstGeom>
            <a:ln w="28575">
              <a:solidFill>
                <a:srgbClr val="29F73D"/>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39" name="Object 38">
            <a:extLst>
              <a:ext uri="{FF2B5EF4-FFF2-40B4-BE49-F238E27FC236}">
                <a16:creationId xmlns:a16="http://schemas.microsoft.com/office/drawing/2014/main" id="{ABFBC313-89EA-F291-C43C-7291F26C3B91}"/>
              </a:ext>
            </a:extLst>
          </p:cNvPr>
          <p:cNvGraphicFramePr>
            <a:graphicFrameLocks noChangeAspect="1"/>
          </p:cNvGraphicFramePr>
          <p:nvPr>
            <p:extLst>
              <p:ext uri="{D42A27DB-BD31-4B8C-83A1-F6EECF244321}">
                <p14:modId xmlns:p14="http://schemas.microsoft.com/office/powerpoint/2010/main" val="2783609021"/>
              </p:ext>
            </p:extLst>
          </p:nvPr>
        </p:nvGraphicFramePr>
        <p:xfrm>
          <a:off x="493977" y="4763112"/>
          <a:ext cx="2265362" cy="1211262"/>
        </p:xfrm>
        <a:graphic>
          <a:graphicData uri="http://schemas.openxmlformats.org/presentationml/2006/ole">
            <mc:AlternateContent xmlns:mc="http://schemas.openxmlformats.org/markup-compatibility/2006">
              <mc:Choice xmlns:v="urn:schemas-microsoft-com:vml" Requires="v">
                <p:oleObj name="Equation" r:id="rId7" imgW="749160" imgH="393480" progId="Equation.DSMT4">
                  <p:embed/>
                </p:oleObj>
              </mc:Choice>
              <mc:Fallback>
                <p:oleObj name="Equation" r:id="rId7" imgW="749160" imgH="393480" progId="Equation.DSMT4">
                  <p:embed/>
                  <p:pic>
                    <p:nvPicPr>
                      <p:cNvPr id="39" name="Object 38">
                        <a:extLst>
                          <a:ext uri="{FF2B5EF4-FFF2-40B4-BE49-F238E27FC236}">
                            <a16:creationId xmlns:a16="http://schemas.microsoft.com/office/drawing/2014/main" id="{ABFBC313-89EA-F291-C43C-7291F26C3B91}"/>
                          </a:ext>
                        </a:extLst>
                      </p:cNvPr>
                      <p:cNvPicPr/>
                      <p:nvPr/>
                    </p:nvPicPr>
                    <p:blipFill>
                      <a:blip r:embed="rId8"/>
                      <a:stretch>
                        <a:fillRect/>
                      </a:stretch>
                    </p:blipFill>
                    <p:spPr>
                      <a:xfrm>
                        <a:off x="493977" y="4763112"/>
                        <a:ext cx="2265362" cy="1211262"/>
                      </a:xfrm>
                      <a:prstGeom prst="rect">
                        <a:avLst/>
                      </a:prstGeom>
                      <a:solidFill>
                        <a:schemeClr val="bg1"/>
                      </a:solidFill>
                      <a:ln w="15875">
                        <a:noFill/>
                      </a:ln>
                    </p:spPr>
                  </p:pic>
                </p:oleObj>
              </mc:Fallback>
            </mc:AlternateContent>
          </a:graphicData>
        </a:graphic>
      </p:graphicFrame>
      <p:sp>
        <p:nvSpPr>
          <p:cNvPr id="14" name="TextBox 13">
            <a:extLst>
              <a:ext uri="{FF2B5EF4-FFF2-40B4-BE49-F238E27FC236}">
                <a16:creationId xmlns:a16="http://schemas.microsoft.com/office/drawing/2014/main" id="{9D529497-E16A-A250-9CCB-53C40F874EB5}"/>
              </a:ext>
            </a:extLst>
          </p:cNvPr>
          <p:cNvSpPr txBox="1"/>
          <p:nvPr/>
        </p:nvSpPr>
        <p:spPr>
          <a:xfrm>
            <a:off x="3910302" y="3427155"/>
            <a:ext cx="4739721" cy="2554545"/>
          </a:xfrm>
          <a:prstGeom prst="rect">
            <a:avLst/>
          </a:prstGeom>
          <a:noFill/>
          <a:ln w="38100">
            <a:solidFill>
              <a:srgbClr val="FFC000"/>
            </a:solidFill>
          </a:ln>
        </p:spPr>
        <p:txBody>
          <a:bodyPr wrap="square" rtlCol="0">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Charge dependent drift direction</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Electron (ion) drift direction</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Diamagnetic drift</a:t>
            </a:r>
          </a:p>
        </p:txBody>
      </p:sp>
      <p:sp>
        <p:nvSpPr>
          <p:cNvPr id="15" name="Date Placeholder 14">
            <a:extLst>
              <a:ext uri="{FF2B5EF4-FFF2-40B4-BE49-F238E27FC236}">
                <a16:creationId xmlns:a16="http://schemas.microsoft.com/office/drawing/2014/main" id="{576065FA-5298-44E4-F676-8CEF24A8BE31}"/>
              </a:ext>
            </a:extLst>
          </p:cNvPr>
          <p:cNvSpPr>
            <a:spLocks noGrp="1"/>
          </p:cNvSpPr>
          <p:nvPr>
            <p:ph type="dt" sz="half" idx="10"/>
          </p:nvPr>
        </p:nvSpPr>
        <p:spPr/>
        <p:txBody>
          <a:bodyPr/>
          <a:lstStyle/>
          <a:p>
            <a:pPr>
              <a:defRPr/>
            </a:pPr>
            <a:fld id="{07305656-72E3-4ED4-8721-44DEA2E8D162}" type="datetime9">
              <a:rPr lang="en-US" smtClean="0"/>
              <a:t>10/25/2024 2:01:28 PM</a:t>
            </a:fld>
            <a:endParaRPr lang="en-CA" dirty="0"/>
          </a:p>
        </p:txBody>
      </p:sp>
      <p:sp>
        <p:nvSpPr>
          <p:cNvPr id="18" name="Slide Number Placeholder 17">
            <a:extLst>
              <a:ext uri="{FF2B5EF4-FFF2-40B4-BE49-F238E27FC236}">
                <a16:creationId xmlns:a16="http://schemas.microsoft.com/office/drawing/2014/main" id="{42F755F8-727E-3304-06A7-5DD455ADA9D3}"/>
              </a:ext>
            </a:extLst>
          </p:cNvPr>
          <p:cNvSpPr>
            <a:spLocks noGrp="1"/>
          </p:cNvSpPr>
          <p:nvPr>
            <p:ph type="sldNum" sz="quarter" idx="12"/>
          </p:nvPr>
        </p:nvSpPr>
        <p:spPr/>
        <p:txBody>
          <a:bodyPr/>
          <a:lstStyle/>
          <a:p>
            <a:pPr>
              <a:defRPr/>
            </a:pPr>
            <a:fld id="{18598880-23BB-4E77-BAE4-1716EE602DAD}" type="slidenum">
              <a:rPr lang="en-CA" smtClean="0"/>
              <a:pPr>
                <a:defRPr/>
              </a:pPr>
              <a:t>13</a:t>
            </a:fld>
            <a:endParaRPr lang="en-CA" dirty="0"/>
          </a:p>
        </p:txBody>
      </p:sp>
    </p:spTree>
    <p:extLst>
      <p:ext uri="{BB962C8B-B14F-4D97-AF65-F5344CB8AC3E}">
        <p14:creationId xmlns:p14="http://schemas.microsoft.com/office/powerpoint/2010/main" val="1746387817"/>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Radial Force Balance</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24" name="TextBox 23">
            <a:extLst>
              <a:ext uri="{FF2B5EF4-FFF2-40B4-BE49-F238E27FC236}">
                <a16:creationId xmlns:a16="http://schemas.microsoft.com/office/drawing/2014/main" id="{655E2433-AA6F-6F4C-336E-BD0B14B81994}"/>
              </a:ext>
            </a:extLst>
          </p:cNvPr>
          <p:cNvSpPr txBox="1"/>
          <p:nvPr/>
        </p:nvSpPr>
        <p:spPr>
          <a:xfrm>
            <a:off x="146050" y="759599"/>
            <a:ext cx="4176464" cy="584775"/>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Force equation</a:t>
            </a:r>
          </a:p>
        </p:txBody>
      </p:sp>
      <p:graphicFrame>
        <p:nvGraphicFramePr>
          <p:cNvPr id="2" name="Object 1">
            <a:extLst>
              <a:ext uri="{FF2B5EF4-FFF2-40B4-BE49-F238E27FC236}">
                <a16:creationId xmlns:a16="http://schemas.microsoft.com/office/drawing/2014/main" id="{933C5072-489B-79B4-71B1-ACB16020198B}"/>
              </a:ext>
            </a:extLst>
          </p:cNvPr>
          <p:cNvGraphicFramePr>
            <a:graphicFrameLocks noChangeAspect="1"/>
          </p:cNvGraphicFramePr>
          <p:nvPr>
            <p:extLst>
              <p:ext uri="{D42A27DB-BD31-4B8C-83A1-F6EECF244321}">
                <p14:modId xmlns:p14="http://schemas.microsoft.com/office/powerpoint/2010/main" val="1570108696"/>
              </p:ext>
            </p:extLst>
          </p:nvPr>
        </p:nvGraphicFramePr>
        <p:xfrm>
          <a:off x="532799" y="1432642"/>
          <a:ext cx="4680972" cy="3343975"/>
        </p:xfrm>
        <a:graphic>
          <a:graphicData uri="http://schemas.openxmlformats.org/presentationml/2006/ole">
            <mc:AlternateContent xmlns:mc="http://schemas.openxmlformats.org/markup-compatibility/2006">
              <mc:Choice xmlns:v="urn:schemas-microsoft-com:vml" Requires="v">
                <p:oleObj name="Equation" r:id="rId3" imgW="1663560" imgH="1168200" progId="Equation.DSMT4">
                  <p:embed/>
                </p:oleObj>
              </mc:Choice>
              <mc:Fallback>
                <p:oleObj name="Equation" r:id="rId3" imgW="1663560" imgH="1168200" progId="Equation.DSMT4">
                  <p:embed/>
                  <p:pic>
                    <p:nvPicPr>
                      <p:cNvPr id="2" name="Object 1">
                        <a:extLst>
                          <a:ext uri="{FF2B5EF4-FFF2-40B4-BE49-F238E27FC236}">
                            <a16:creationId xmlns:a16="http://schemas.microsoft.com/office/drawing/2014/main" id="{933C5072-489B-79B4-71B1-ACB16020198B}"/>
                          </a:ext>
                        </a:extLst>
                      </p:cNvPr>
                      <p:cNvPicPr/>
                      <p:nvPr/>
                    </p:nvPicPr>
                    <p:blipFill>
                      <a:blip r:embed="rId4"/>
                      <a:stretch>
                        <a:fillRect/>
                      </a:stretch>
                    </p:blipFill>
                    <p:spPr>
                      <a:xfrm>
                        <a:off x="532799" y="1432642"/>
                        <a:ext cx="4680972" cy="3343975"/>
                      </a:xfrm>
                      <a:prstGeom prst="rect">
                        <a:avLst/>
                      </a:prstGeom>
                      <a:noFill/>
                      <a:ln w="15875">
                        <a:noFill/>
                      </a:ln>
                    </p:spPr>
                  </p:pic>
                </p:oleObj>
              </mc:Fallback>
            </mc:AlternateContent>
          </a:graphicData>
        </a:graphic>
      </p:graphicFrame>
      <p:grpSp>
        <p:nvGrpSpPr>
          <p:cNvPr id="50" name="Group 49">
            <a:extLst>
              <a:ext uri="{FF2B5EF4-FFF2-40B4-BE49-F238E27FC236}">
                <a16:creationId xmlns:a16="http://schemas.microsoft.com/office/drawing/2014/main" id="{BD4C46A0-524C-3407-EFCC-96542DA3E3BD}"/>
              </a:ext>
            </a:extLst>
          </p:cNvPr>
          <p:cNvGrpSpPr/>
          <p:nvPr/>
        </p:nvGrpSpPr>
        <p:grpSpPr>
          <a:xfrm>
            <a:off x="5637112" y="1124744"/>
            <a:ext cx="3240360" cy="3464598"/>
            <a:chOff x="5148064" y="1905551"/>
            <a:chExt cx="3508574" cy="3611681"/>
          </a:xfrm>
        </p:grpSpPr>
        <p:grpSp>
          <p:nvGrpSpPr>
            <p:cNvPr id="3" name="Group 2">
              <a:extLst>
                <a:ext uri="{FF2B5EF4-FFF2-40B4-BE49-F238E27FC236}">
                  <a16:creationId xmlns:a16="http://schemas.microsoft.com/office/drawing/2014/main" id="{C74F0E46-AA93-7234-68B9-60F4F19BBD77}"/>
                </a:ext>
              </a:extLst>
            </p:cNvPr>
            <p:cNvGrpSpPr/>
            <p:nvPr/>
          </p:nvGrpSpPr>
          <p:grpSpPr>
            <a:xfrm>
              <a:off x="5148064" y="2564904"/>
              <a:ext cx="2952328" cy="2952328"/>
              <a:chOff x="1547664" y="2852936"/>
              <a:chExt cx="2952328" cy="2952328"/>
            </a:xfrm>
          </p:grpSpPr>
          <p:sp>
            <p:nvSpPr>
              <p:cNvPr id="4" name="Oval 3">
                <a:extLst>
                  <a:ext uri="{FF2B5EF4-FFF2-40B4-BE49-F238E27FC236}">
                    <a16:creationId xmlns:a16="http://schemas.microsoft.com/office/drawing/2014/main" id="{6DCF72F9-81A9-A8BC-0153-01B20BD6A8DD}"/>
                  </a:ext>
                </a:extLst>
              </p:cNvPr>
              <p:cNvSpPr/>
              <p:nvPr/>
            </p:nvSpPr>
            <p:spPr>
              <a:xfrm>
                <a:off x="1547664" y="2852936"/>
                <a:ext cx="2952328" cy="2952328"/>
              </a:xfrm>
              <a:prstGeom prst="ellipse">
                <a:avLst/>
              </a:prstGeom>
              <a:noFill/>
              <a:ln w="34925">
                <a:solidFill>
                  <a:srgbClr val="0066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5AB797EC-3047-04EF-2DD9-72ABBD5545AB}"/>
                  </a:ext>
                </a:extLst>
              </p:cNvPr>
              <p:cNvSpPr/>
              <p:nvPr/>
            </p:nvSpPr>
            <p:spPr>
              <a:xfrm>
                <a:off x="2051720" y="3414889"/>
                <a:ext cx="1940024" cy="1944216"/>
              </a:xfrm>
              <a:prstGeom prst="ellipse">
                <a:avLst/>
              </a:prstGeom>
              <a:noFill/>
              <a:ln w="1587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9" name="Group 8">
                <a:extLst>
                  <a:ext uri="{FF2B5EF4-FFF2-40B4-BE49-F238E27FC236}">
                    <a16:creationId xmlns:a16="http://schemas.microsoft.com/office/drawing/2014/main" id="{88BEAFC6-4C25-E2C3-979E-9ADB05E10D8B}"/>
                  </a:ext>
                </a:extLst>
              </p:cNvPr>
              <p:cNvGrpSpPr/>
              <p:nvPr/>
            </p:nvGrpSpPr>
            <p:grpSpPr>
              <a:xfrm>
                <a:off x="2248471" y="4104904"/>
                <a:ext cx="868288" cy="544513"/>
                <a:chOff x="5575921" y="1993475"/>
                <a:chExt cx="868288" cy="544513"/>
              </a:xfrm>
            </p:grpSpPr>
            <p:sp>
              <p:nvSpPr>
                <p:cNvPr id="20" name="Oval 19">
                  <a:extLst>
                    <a:ext uri="{FF2B5EF4-FFF2-40B4-BE49-F238E27FC236}">
                      <a16:creationId xmlns:a16="http://schemas.microsoft.com/office/drawing/2014/main" id="{59C58CF8-02EA-22F8-C136-120A361DC9B4}"/>
                    </a:ext>
                  </a:extLst>
                </p:cNvPr>
                <p:cNvSpPr/>
                <p:nvPr/>
              </p:nvSpPr>
              <p:spPr>
                <a:xfrm>
                  <a:off x="6210269" y="2225394"/>
                  <a:ext cx="89923" cy="9017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EA2CA466-B881-4F1E-934F-0630AC1978F2}"/>
                    </a:ext>
                  </a:extLst>
                </p:cNvPr>
                <p:cNvSpPr/>
                <p:nvPr/>
              </p:nvSpPr>
              <p:spPr>
                <a:xfrm>
                  <a:off x="6084169" y="2096536"/>
                  <a:ext cx="360040" cy="33839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aphicFrame>
              <p:nvGraphicFramePr>
                <p:cNvPr id="30" name="Object 29">
                  <a:extLst>
                    <a:ext uri="{FF2B5EF4-FFF2-40B4-BE49-F238E27FC236}">
                      <a16:creationId xmlns:a16="http://schemas.microsoft.com/office/drawing/2014/main" id="{80162811-55C6-30E1-0CC6-1E6E9F86255A}"/>
                    </a:ext>
                  </a:extLst>
                </p:cNvPr>
                <p:cNvGraphicFramePr>
                  <a:graphicFrameLocks noChangeAspect="1"/>
                </p:cNvGraphicFramePr>
                <p:nvPr>
                  <p:extLst>
                    <p:ext uri="{D42A27DB-BD31-4B8C-83A1-F6EECF244321}">
                      <p14:modId xmlns:p14="http://schemas.microsoft.com/office/powerpoint/2010/main" val="2905925508"/>
                    </p:ext>
                  </p:extLst>
                </p:nvPr>
              </p:nvGraphicFramePr>
              <p:xfrm>
                <a:off x="5575921" y="1993475"/>
                <a:ext cx="422275" cy="544513"/>
              </p:xfrm>
              <a:graphic>
                <a:graphicData uri="http://schemas.openxmlformats.org/presentationml/2006/ole">
                  <mc:AlternateContent xmlns:mc="http://schemas.openxmlformats.org/markup-compatibility/2006">
                    <mc:Choice xmlns:v="urn:schemas-microsoft-com:vml" Requires="v">
                      <p:oleObj name="Equation" r:id="rId5" imgW="139680" imgH="177480" progId="Equation.DSMT4">
                        <p:embed/>
                      </p:oleObj>
                    </mc:Choice>
                    <mc:Fallback>
                      <p:oleObj name="Equation" r:id="rId5" imgW="139680" imgH="177480" progId="Equation.DSMT4">
                        <p:embed/>
                        <p:pic>
                          <p:nvPicPr>
                            <p:cNvPr id="30" name="Object 29">
                              <a:extLst>
                                <a:ext uri="{FF2B5EF4-FFF2-40B4-BE49-F238E27FC236}">
                                  <a16:creationId xmlns:a16="http://schemas.microsoft.com/office/drawing/2014/main" id="{80162811-55C6-30E1-0CC6-1E6E9F86255A}"/>
                                </a:ext>
                              </a:extLst>
                            </p:cNvPr>
                            <p:cNvPicPr/>
                            <p:nvPr/>
                          </p:nvPicPr>
                          <p:blipFill>
                            <a:blip r:embed="rId6"/>
                            <a:stretch>
                              <a:fillRect/>
                            </a:stretch>
                          </p:blipFill>
                          <p:spPr>
                            <a:xfrm>
                              <a:off x="5575921" y="1993475"/>
                              <a:ext cx="422275" cy="544513"/>
                            </a:xfrm>
                            <a:prstGeom prst="rect">
                              <a:avLst/>
                            </a:prstGeom>
                            <a:noFill/>
                            <a:ln w="15875">
                              <a:noFill/>
                            </a:ln>
                          </p:spPr>
                        </p:pic>
                      </p:oleObj>
                    </mc:Fallback>
                  </mc:AlternateContent>
                </a:graphicData>
              </a:graphic>
            </p:graphicFrame>
          </p:grpSp>
        </p:grpSp>
        <p:cxnSp>
          <p:nvCxnSpPr>
            <p:cNvPr id="32" name="Straight Arrow Connector 31">
              <a:extLst>
                <a:ext uri="{FF2B5EF4-FFF2-40B4-BE49-F238E27FC236}">
                  <a16:creationId xmlns:a16="http://schemas.microsoft.com/office/drawing/2014/main" id="{A7CFE675-2409-B2B8-2DCB-ABBFC2E5DB25}"/>
                </a:ext>
              </a:extLst>
            </p:cNvPr>
            <p:cNvCxnSpPr>
              <a:cxnSpLocks/>
            </p:cNvCxnSpPr>
            <p:nvPr/>
          </p:nvCxnSpPr>
          <p:spPr>
            <a:xfrm flipV="1">
              <a:off x="6690029" y="2938067"/>
              <a:ext cx="1380575" cy="103142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45D48D6-3865-9B5B-F744-86112EFBFF3E}"/>
                </a:ext>
              </a:extLst>
            </p:cNvPr>
            <p:cNvCxnSpPr>
              <a:cxnSpLocks/>
              <a:stCxn id="21" idx="6"/>
            </p:cNvCxnSpPr>
            <p:nvPr/>
          </p:nvCxnSpPr>
          <p:spPr>
            <a:xfrm flipV="1">
              <a:off x="6717159" y="4089128"/>
              <a:ext cx="1579984" cy="1"/>
            </a:xfrm>
            <a:prstGeom prst="straightConnector1">
              <a:avLst/>
            </a:prstGeom>
            <a:ln w="15875">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43" name="Freeform: Shape 42">
              <a:extLst>
                <a:ext uri="{FF2B5EF4-FFF2-40B4-BE49-F238E27FC236}">
                  <a16:creationId xmlns:a16="http://schemas.microsoft.com/office/drawing/2014/main" id="{C5800AAE-D1CE-D3F4-C595-4BEF66DDFFED}"/>
                </a:ext>
              </a:extLst>
            </p:cNvPr>
            <p:cNvSpPr/>
            <p:nvPr/>
          </p:nvSpPr>
          <p:spPr>
            <a:xfrm>
              <a:off x="7140222" y="3646311"/>
              <a:ext cx="113418" cy="462845"/>
            </a:xfrm>
            <a:custGeom>
              <a:avLst/>
              <a:gdLst>
                <a:gd name="connsiteX0" fmla="*/ 0 w 113418"/>
                <a:gd name="connsiteY0" fmla="*/ 0 h 462845"/>
                <a:gd name="connsiteX1" fmla="*/ 101600 w 113418"/>
                <a:gd name="connsiteY1" fmla="*/ 220133 h 462845"/>
                <a:gd name="connsiteX2" fmla="*/ 107245 w 113418"/>
                <a:gd name="connsiteY2" fmla="*/ 462845 h 462845"/>
              </a:gdLst>
              <a:ahLst/>
              <a:cxnLst>
                <a:cxn ang="0">
                  <a:pos x="connsiteX0" y="connsiteY0"/>
                </a:cxn>
                <a:cxn ang="0">
                  <a:pos x="connsiteX1" y="connsiteY1"/>
                </a:cxn>
                <a:cxn ang="0">
                  <a:pos x="connsiteX2" y="connsiteY2"/>
                </a:cxn>
              </a:cxnLst>
              <a:rect l="l" t="t" r="r" b="b"/>
              <a:pathLst>
                <a:path w="113418" h="462845">
                  <a:moveTo>
                    <a:pt x="0" y="0"/>
                  </a:moveTo>
                  <a:cubicBezTo>
                    <a:pt x="41863" y="71496"/>
                    <a:pt x="83726" y="142992"/>
                    <a:pt x="101600" y="220133"/>
                  </a:cubicBezTo>
                  <a:cubicBezTo>
                    <a:pt x="119474" y="297274"/>
                    <a:pt x="113359" y="380059"/>
                    <a:pt x="107245" y="462845"/>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aphicFrame>
          <p:nvGraphicFramePr>
            <p:cNvPr id="44" name="Object 43">
              <a:extLst>
                <a:ext uri="{FF2B5EF4-FFF2-40B4-BE49-F238E27FC236}">
                  <a16:creationId xmlns:a16="http://schemas.microsoft.com/office/drawing/2014/main" id="{FFECABFC-3C46-D553-351A-F374BC0E60F6}"/>
                </a:ext>
              </a:extLst>
            </p:cNvPr>
            <p:cNvGraphicFramePr>
              <a:graphicFrameLocks noChangeAspect="1"/>
            </p:cNvGraphicFramePr>
            <p:nvPr>
              <p:extLst>
                <p:ext uri="{D42A27DB-BD31-4B8C-83A1-F6EECF244321}">
                  <p14:modId xmlns:p14="http://schemas.microsoft.com/office/powerpoint/2010/main" val="1841088342"/>
                </p:ext>
              </p:extLst>
            </p:nvPr>
          </p:nvGraphicFramePr>
          <p:xfrm>
            <a:off x="7559824" y="3414881"/>
            <a:ext cx="346075" cy="466725"/>
          </p:xfrm>
          <a:graphic>
            <a:graphicData uri="http://schemas.openxmlformats.org/presentationml/2006/ole">
              <mc:AlternateContent xmlns:mc="http://schemas.openxmlformats.org/markup-compatibility/2006">
                <mc:Choice xmlns:v="urn:schemas-microsoft-com:vml" Requires="v">
                  <p:oleObj name="Equation" r:id="rId7" imgW="114120" imgH="152280" progId="Equation.DSMT4">
                    <p:embed/>
                  </p:oleObj>
                </mc:Choice>
                <mc:Fallback>
                  <p:oleObj name="Equation" r:id="rId7" imgW="114120" imgH="152280" progId="Equation.DSMT4">
                    <p:embed/>
                    <p:pic>
                      <p:nvPicPr>
                        <p:cNvPr id="44" name="Object 43">
                          <a:extLst>
                            <a:ext uri="{FF2B5EF4-FFF2-40B4-BE49-F238E27FC236}">
                              <a16:creationId xmlns:a16="http://schemas.microsoft.com/office/drawing/2014/main" id="{FFECABFC-3C46-D553-351A-F374BC0E60F6}"/>
                            </a:ext>
                          </a:extLst>
                        </p:cNvPr>
                        <p:cNvPicPr/>
                        <p:nvPr/>
                      </p:nvPicPr>
                      <p:blipFill>
                        <a:blip r:embed="rId8"/>
                        <a:stretch>
                          <a:fillRect/>
                        </a:stretch>
                      </p:blipFill>
                      <p:spPr>
                        <a:xfrm>
                          <a:off x="7559824" y="3414881"/>
                          <a:ext cx="346075" cy="466725"/>
                        </a:xfrm>
                        <a:prstGeom prst="rect">
                          <a:avLst/>
                        </a:prstGeom>
                        <a:noFill/>
                        <a:ln w="15875">
                          <a:noFill/>
                        </a:ln>
                      </p:spPr>
                    </p:pic>
                  </p:oleObj>
                </mc:Fallback>
              </mc:AlternateContent>
            </a:graphicData>
          </a:graphic>
        </p:graphicFrame>
        <p:cxnSp>
          <p:nvCxnSpPr>
            <p:cNvPr id="45" name="Straight Arrow Connector 44">
              <a:extLst>
                <a:ext uri="{FF2B5EF4-FFF2-40B4-BE49-F238E27FC236}">
                  <a16:creationId xmlns:a16="http://schemas.microsoft.com/office/drawing/2014/main" id="{EB4DB398-DD9F-2DA3-CD86-4989816D5115}"/>
                </a:ext>
              </a:extLst>
            </p:cNvPr>
            <p:cNvCxnSpPr>
              <a:cxnSpLocks/>
            </p:cNvCxnSpPr>
            <p:nvPr/>
          </p:nvCxnSpPr>
          <p:spPr>
            <a:xfrm flipH="1" flipV="1">
              <a:off x="6357120" y="2526998"/>
              <a:ext cx="1023197" cy="97401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7" name="Object 46">
              <a:extLst>
                <a:ext uri="{FF2B5EF4-FFF2-40B4-BE49-F238E27FC236}">
                  <a16:creationId xmlns:a16="http://schemas.microsoft.com/office/drawing/2014/main" id="{3546DCDB-81A5-1B1F-6071-8D0687F6C7F0}"/>
                </a:ext>
              </a:extLst>
            </p:cNvPr>
            <p:cNvGraphicFramePr>
              <a:graphicFrameLocks noChangeAspect="1"/>
            </p:cNvGraphicFramePr>
            <p:nvPr>
              <p:extLst>
                <p:ext uri="{D42A27DB-BD31-4B8C-83A1-F6EECF244321}">
                  <p14:modId xmlns:p14="http://schemas.microsoft.com/office/powerpoint/2010/main" val="3674806663"/>
                </p:ext>
              </p:extLst>
            </p:nvPr>
          </p:nvGraphicFramePr>
          <p:xfrm>
            <a:off x="8234363" y="2413000"/>
            <a:ext cx="422275" cy="584200"/>
          </p:xfrm>
          <a:graphic>
            <a:graphicData uri="http://schemas.openxmlformats.org/presentationml/2006/ole">
              <mc:AlternateContent xmlns:mc="http://schemas.openxmlformats.org/markup-compatibility/2006">
                <mc:Choice xmlns:v="urn:schemas-microsoft-com:vml" Requires="v">
                  <p:oleObj name="Equation" r:id="rId9" imgW="139680" imgH="190440" progId="Equation.DSMT4">
                    <p:embed/>
                  </p:oleObj>
                </mc:Choice>
                <mc:Fallback>
                  <p:oleObj name="Equation" r:id="rId9" imgW="139680" imgH="190440" progId="Equation.DSMT4">
                    <p:embed/>
                    <p:pic>
                      <p:nvPicPr>
                        <p:cNvPr id="47" name="Object 46">
                          <a:extLst>
                            <a:ext uri="{FF2B5EF4-FFF2-40B4-BE49-F238E27FC236}">
                              <a16:creationId xmlns:a16="http://schemas.microsoft.com/office/drawing/2014/main" id="{3546DCDB-81A5-1B1F-6071-8D0687F6C7F0}"/>
                            </a:ext>
                          </a:extLst>
                        </p:cNvPr>
                        <p:cNvPicPr/>
                        <p:nvPr/>
                      </p:nvPicPr>
                      <p:blipFill>
                        <a:blip r:embed="rId10"/>
                        <a:stretch>
                          <a:fillRect/>
                        </a:stretch>
                      </p:blipFill>
                      <p:spPr>
                        <a:xfrm>
                          <a:off x="8234363" y="2413000"/>
                          <a:ext cx="422275" cy="584200"/>
                        </a:xfrm>
                        <a:prstGeom prst="rect">
                          <a:avLst/>
                        </a:prstGeom>
                        <a:noFill/>
                        <a:ln w="15875">
                          <a:noFill/>
                        </a:ln>
                      </p:spPr>
                    </p:pic>
                  </p:oleObj>
                </mc:Fallback>
              </mc:AlternateContent>
            </a:graphicData>
          </a:graphic>
        </p:graphicFrame>
        <p:graphicFrame>
          <p:nvGraphicFramePr>
            <p:cNvPr id="48" name="Object 47">
              <a:extLst>
                <a:ext uri="{FF2B5EF4-FFF2-40B4-BE49-F238E27FC236}">
                  <a16:creationId xmlns:a16="http://schemas.microsoft.com/office/drawing/2014/main" id="{6498B13C-5997-7676-3F60-2BEA0F23706B}"/>
                </a:ext>
              </a:extLst>
            </p:cNvPr>
            <p:cNvGraphicFramePr>
              <a:graphicFrameLocks noChangeAspect="1"/>
            </p:cNvGraphicFramePr>
            <p:nvPr>
              <p:extLst>
                <p:ext uri="{D42A27DB-BD31-4B8C-83A1-F6EECF244321}">
                  <p14:modId xmlns:p14="http://schemas.microsoft.com/office/powerpoint/2010/main" val="2454736372"/>
                </p:ext>
              </p:extLst>
            </p:nvPr>
          </p:nvGraphicFramePr>
          <p:xfrm>
            <a:off x="5875828" y="1905551"/>
            <a:ext cx="422275" cy="584200"/>
          </p:xfrm>
          <a:graphic>
            <a:graphicData uri="http://schemas.openxmlformats.org/presentationml/2006/ole">
              <mc:AlternateContent xmlns:mc="http://schemas.openxmlformats.org/markup-compatibility/2006">
                <mc:Choice xmlns:v="urn:schemas-microsoft-com:vml" Requires="v">
                  <p:oleObj name="Equation" r:id="rId11" imgW="139680" imgH="190440" progId="Equation.DSMT4">
                    <p:embed/>
                  </p:oleObj>
                </mc:Choice>
                <mc:Fallback>
                  <p:oleObj name="Equation" r:id="rId11" imgW="139680" imgH="190440" progId="Equation.DSMT4">
                    <p:embed/>
                    <p:pic>
                      <p:nvPicPr>
                        <p:cNvPr id="48" name="Object 47">
                          <a:extLst>
                            <a:ext uri="{FF2B5EF4-FFF2-40B4-BE49-F238E27FC236}">
                              <a16:creationId xmlns:a16="http://schemas.microsoft.com/office/drawing/2014/main" id="{6498B13C-5997-7676-3F60-2BEA0F23706B}"/>
                            </a:ext>
                          </a:extLst>
                        </p:cNvPr>
                        <p:cNvPicPr/>
                        <p:nvPr/>
                      </p:nvPicPr>
                      <p:blipFill>
                        <a:blip r:embed="rId12"/>
                        <a:stretch>
                          <a:fillRect/>
                        </a:stretch>
                      </p:blipFill>
                      <p:spPr>
                        <a:xfrm>
                          <a:off x="5875828" y="1905551"/>
                          <a:ext cx="422275" cy="584200"/>
                        </a:xfrm>
                        <a:prstGeom prst="rect">
                          <a:avLst/>
                        </a:prstGeom>
                        <a:noFill/>
                        <a:ln w="15875">
                          <a:noFill/>
                        </a:ln>
                      </p:spPr>
                    </p:pic>
                  </p:oleObj>
                </mc:Fallback>
              </mc:AlternateContent>
            </a:graphicData>
          </a:graphic>
        </p:graphicFrame>
        <p:graphicFrame>
          <p:nvGraphicFramePr>
            <p:cNvPr id="49" name="Object 48">
              <a:extLst>
                <a:ext uri="{FF2B5EF4-FFF2-40B4-BE49-F238E27FC236}">
                  <a16:creationId xmlns:a16="http://schemas.microsoft.com/office/drawing/2014/main" id="{9D118670-5434-26BE-6AC0-228E05BCDC5D}"/>
                </a:ext>
              </a:extLst>
            </p:cNvPr>
            <p:cNvGraphicFramePr>
              <a:graphicFrameLocks noChangeAspect="1"/>
            </p:cNvGraphicFramePr>
            <p:nvPr>
              <p:extLst>
                <p:ext uri="{D42A27DB-BD31-4B8C-83A1-F6EECF244321}">
                  <p14:modId xmlns:p14="http://schemas.microsoft.com/office/powerpoint/2010/main" val="2048070397"/>
                </p:ext>
              </p:extLst>
            </p:nvPr>
          </p:nvGraphicFramePr>
          <p:xfrm>
            <a:off x="6391275" y="4260850"/>
            <a:ext cx="460375" cy="622300"/>
          </p:xfrm>
          <a:graphic>
            <a:graphicData uri="http://schemas.openxmlformats.org/presentationml/2006/ole">
              <mc:AlternateContent xmlns:mc="http://schemas.openxmlformats.org/markup-compatibility/2006">
                <mc:Choice xmlns:v="urn:schemas-microsoft-com:vml" Requires="v">
                  <p:oleObj name="Equation" r:id="rId13" imgW="152280" imgH="203040" progId="Equation.DSMT4">
                    <p:embed/>
                  </p:oleObj>
                </mc:Choice>
                <mc:Fallback>
                  <p:oleObj name="Equation" r:id="rId13" imgW="152280" imgH="203040" progId="Equation.DSMT4">
                    <p:embed/>
                    <p:pic>
                      <p:nvPicPr>
                        <p:cNvPr id="49" name="Object 48">
                          <a:extLst>
                            <a:ext uri="{FF2B5EF4-FFF2-40B4-BE49-F238E27FC236}">
                              <a16:creationId xmlns:a16="http://schemas.microsoft.com/office/drawing/2014/main" id="{9D118670-5434-26BE-6AC0-228E05BCDC5D}"/>
                            </a:ext>
                          </a:extLst>
                        </p:cNvPr>
                        <p:cNvPicPr/>
                        <p:nvPr/>
                      </p:nvPicPr>
                      <p:blipFill>
                        <a:blip r:embed="rId14"/>
                        <a:stretch>
                          <a:fillRect/>
                        </a:stretch>
                      </p:blipFill>
                      <p:spPr>
                        <a:xfrm>
                          <a:off x="6391275" y="4260850"/>
                          <a:ext cx="460375" cy="622300"/>
                        </a:xfrm>
                        <a:prstGeom prst="rect">
                          <a:avLst/>
                        </a:prstGeom>
                        <a:noFill/>
                        <a:ln w="15875">
                          <a:noFill/>
                        </a:ln>
                      </p:spPr>
                    </p:pic>
                  </p:oleObj>
                </mc:Fallback>
              </mc:AlternateContent>
            </a:graphicData>
          </a:graphic>
        </p:graphicFrame>
      </p:grpSp>
      <p:sp>
        <p:nvSpPr>
          <p:cNvPr id="54" name="Date Placeholder 53">
            <a:extLst>
              <a:ext uri="{FF2B5EF4-FFF2-40B4-BE49-F238E27FC236}">
                <a16:creationId xmlns:a16="http://schemas.microsoft.com/office/drawing/2014/main" id="{5E46C6BB-27D6-33B0-1D1A-315005352B38}"/>
              </a:ext>
            </a:extLst>
          </p:cNvPr>
          <p:cNvSpPr>
            <a:spLocks noGrp="1"/>
          </p:cNvSpPr>
          <p:nvPr>
            <p:ph type="dt" sz="half" idx="10"/>
          </p:nvPr>
        </p:nvSpPr>
        <p:spPr/>
        <p:txBody>
          <a:bodyPr/>
          <a:lstStyle/>
          <a:p>
            <a:pPr>
              <a:defRPr/>
            </a:pPr>
            <a:fld id="{BF405D77-9954-4DA5-A957-050C79CC480A}" type="datetime9">
              <a:rPr lang="en-US" smtClean="0"/>
              <a:t>10/25/2024 2:01:28 PM</a:t>
            </a:fld>
            <a:endParaRPr lang="en-CA" dirty="0"/>
          </a:p>
        </p:txBody>
      </p:sp>
      <p:sp>
        <p:nvSpPr>
          <p:cNvPr id="55" name="Slide Number Placeholder 54">
            <a:extLst>
              <a:ext uri="{FF2B5EF4-FFF2-40B4-BE49-F238E27FC236}">
                <a16:creationId xmlns:a16="http://schemas.microsoft.com/office/drawing/2014/main" id="{C845AC14-71B4-8D66-BC9C-97C59DFF0AA9}"/>
              </a:ext>
            </a:extLst>
          </p:cNvPr>
          <p:cNvSpPr>
            <a:spLocks noGrp="1"/>
          </p:cNvSpPr>
          <p:nvPr>
            <p:ph type="sldNum" sz="quarter" idx="12"/>
          </p:nvPr>
        </p:nvSpPr>
        <p:spPr/>
        <p:txBody>
          <a:bodyPr/>
          <a:lstStyle/>
          <a:p>
            <a:pPr>
              <a:defRPr/>
            </a:pPr>
            <a:fld id="{18598880-23BB-4E77-BAE4-1716EE602DAD}" type="slidenum">
              <a:rPr lang="en-CA" smtClean="0"/>
              <a:pPr>
                <a:defRPr/>
              </a:pPr>
              <a:t>14</a:t>
            </a:fld>
            <a:endParaRPr lang="en-CA" dirty="0"/>
          </a:p>
        </p:txBody>
      </p:sp>
      <p:graphicFrame>
        <p:nvGraphicFramePr>
          <p:cNvPr id="5" name="Object 4">
            <a:extLst>
              <a:ext uri="{FF2B5EF4-FFF2-40B4-BE49-F238E27FC236}">
                <a16:creationId xmlns:a16="http://schemas.microsoft.com/office/drawing/2014/main" id="{4669212C-6037-A859-874F-5D58490641F4}"/>
              </a:ext>
            </a:extLst>
          </p:cNvPr>
          <p:cNvGraphicFramePr>
            <a:graphicFrameLocks noChangeAspect="1"/>
          </p:cNvGraphicFramePr>
          <p:nvPr>
            <p:extLst>
              <p:ext uri="{D42A27DB-BD31-4B8C-83A1-F6EECF244321}">
                <p14:modId xmlns:p14="http://schemas.microsoft.com/office/powerpoint/2010/main" val="3324581738"/>
              </p:ext>
            </p:extLst>
          </p:nvPr>
        </p:nvGraphicFramePr>
        <p:xfrm>
          <a:off x="323528" y="5006320"/>
          <a:ext cx="6219007" cy="1010127"/>
        </p:xfrm>
        <a:graphic>
          <a:graphicData uri="http://schemas.openxmlformats.org/presentationml/2006/ole">
            <mc:AlternateContent xmlns:mc="http://schemas.openxmlformats.org/markup-compatibility/2006">
              <mc:Choice xmlns:v="urn:schemas-microsoft-com:vml" Requires="v">
                <p:oleObj name="Equation" r:id="rId15" imgW="2387520" imgH="368280" progId="Equation.DSMT4">
                  <p:embed/>
                </p:oleObj>
              </mc:Choice>
              <mc:Fallback>
                <p:oleObj name="Equation" r:id="rId15" imgW="2387520" imgH="368280" progId="Equation.DSMT4">
                  <p:embed/>
                  <p:pic>
                    <p:nvPicPr>
                      <p:cNvPr id="5" name="Object 4">
                        <a:extLst>
                          <a:ext uri="{FF2B5EF4-FFF2-40B4-BE49-F238E27FC236}">
                            <a16:creationId xmlns:a16="http://schemas.microsoft.com/office/drawing/2014/main" id="{4669212C-6037-A859-874F-5D58490641F4}"/>
                          </a:ext>
                        </a:extLst>
                      </p:cNvPr>
                      <p:cNvPicPr/>
                      <p:nvPr/>
                    </p:nvPicPr>
                    <p:blipFill>
                      <a:blip r:embed="rId16"/>
                      <a:stretch>
                        <a:fillRect/>
                      </a:stretch>
                    </p:blipFill>
                    <p:spPr>
                      <a:xfrm>
                        <a:off x="323528" y="5006320"/>
                        <a:ext cx="6219007" cy="1010127"/>
                      </a:xfrm>
                      <a:prstGeom prst="rect">
                        <a:avLst/>
                      </a:prstGeom>
                      <a:noFill/>
                      <a:ln w="15875">
                        <a:noFill/>
                      </a:ln>
                    </p:spPr>
                  </p:pic>
                </p:oleObj>
              </mc:Fallback>
            </mc:AlternateContent>
          </a:graphicData>
        </a:graphic>
      </p:graphicFrame>
    </p:spTree>
    <p:extLst>
      <p:ext uri="{BB962C8B-B14F-4D97-AF65-F5344CB8AC3E}">
        <p14:creationId xmlns:p14="http://schemas.microsoft.com/office/powerpoint/2010/main" val="724829455"/>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Turbulence Eddy Breakup</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24" name="TextBox 23">
            <a:extLst>
              <a:ext uri="{FF2B5EF4-FFF2-40B4-BE49-F238E27FC236}">
                <a16:creationId xmlns:a16="http://schemas.microsoft.com/office/drawing/2014/main" id="{655E2433-AA6F-6F4C-336E-BD0B14B81994}"/>
              </a:ext>
            </a:extLst>
          </p:cNvPr>
          <p:cNvSpPr txBox="1"/>
          <p:nvPr/>
        </p:nvSpPr>
        <p:spPr>
          <a:xfrm>
            <a:off x="125506" y="887403"/>
            <a:ext cx="8892988" cy="1569660"/>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Electrode biasing generate an           flow shear</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Breaks up the turbulence eddies to smaller ones and  improves the confinement</a:t>
            </a:r>
          </a:p>
        </p:txBody>
      </p:sp>
      <p:graphicFrame>
        <p:nvGraphicFramePr>
          <p:cNvPr id="5" name="Object 4">
            <a:extLst>
              <a:ext uri="{FF2B5EF4-FFF2-40B4-BE49-F238E27FC236}">
                <a16:creationId xmlns:a16="http://schemas.microsoft.com/office/drawing/2014/main" id="{EA9F53FA-EC18-546C-D12C-34228EC3B6AE}"/>
              </a:ext>
            </a:extLst>
          </p:cNvPr>
          <p:cNvGraphicFramePr>
            <a:graphicFrameLocks noChangeAspect="1"/>
          </p:cNvGraphicFramePr>
          <p:nvPr>
            <p:extLst>
              <p:ext uri="{D42A27DB-BD31-4B8C-83A1-F6EECF244321}">
                <p14:modId xmlns:p14="http://schemas.microsoft.com/office/powerpoint/2010/main" val="2745678879"/>
              </p:ext>
            </p:extLst>
          </p:nvPr>
        </p:nvGraphicFramePr>
        <p:xfrm>
          <a:off x="5580112" y="904659"/>
          <a:ext cx="907068" cy="496075"/>
        </p:xfrm>
        <a:graphic>
          <a:graphicData uri="http://schemas.openxmlformats.org/presentationml/2006/ole">
            <mc:AlternateContent xmlns:mc="http://schemas.openxmlformats.org/markup-compatibility/2006">
              <mc:Choice xmlns:v="urn:schemas-microsoft-com:vml" Requires="v">
                <p:oleObj name="Equation" r:id="rId3" imgW="330120" imgH="177480" progId="Equation.DSMT4">
                  <p:embed/>
                </p:oleObj>
              </mc:Choice>
              <mc:Fallback>
                <p:oleObj name="Equation" r:id="rId3" imgW="330120" imgH="177480" progId="Equation.DSMT4">
                  <p:embed/>
                  <p:pic>
                    <p:nvPicPr>
                      <p:cNvPr id="5" name="Object 4">
                        <a:extLst>
                          <a:ext uri="{FF2B5EF4-FFF2-40B4-BE49-F238E27FC236}">
                            <a16:creationId xmlns:a16="http://schemas.microsoft.com/office/drawing/2014/main" id="{EA9F53FA-EC18-546C-D12C-34228EC3B6AE}"/>
                          </a:ext>
                        </a:extLst>
                      </p:cNvPr>
                      <p:cNvPicPr/>
                      <p:nvPr/>
                    </p:nvPicPr>
                    <p:blipFill>
                      <a:blip r:embed="rId4"/>
                      <a:stretch>
                        <a:fillRect/>
                      </a:stretch>
                    </p:blipFill>
                    <p:spPr>
                      <a:xfrm>
                        <a:off x="5580112" y="904659"/>
                        <a:ext cx="907068" cy="496075"/>
                      </a:xfrm>
                      <a:prstGeom prst="rect">
                        <a:avLst/>
                      </a:prstGeom>
                      <a:noFill/>
                      <a:ln w="15875">
                        <a:noFill/>
                      </a:ln>
                    </p:spPr>
                  </p:pic>
                </p:oleObj>
              </mc:Fallback>
            </mc:AlternateContent>
          </a:graphicData>
        </a:graphic>
      </p:graphicFrame>
      <p:pic>
        <p:nvPicPr>
          <p:cNvPr id="8" name="Picture 7">
            <a:extLst>
              <a:ext uri="{FF2B5EF4-FFF2-40B4-BE49-F238E27FC236}">
                <a16:creationId xmlns:a16="http://schemas.microsoft.com/office/drawing/2014/main" id="{7E276AA3-66E5-7235-6DF1-AAB27DCAA856}"/>
              </a:ext>
            </a:extLst>
          </p:cNvPr>
          <p:cNvPicPr>
            <a:picLocks noChangeAspect="1"/>
          </p:cNvPicPr>
          <p:nvPr/>
        </p:nvPicPr>
        <p:blipFill>
          <a:blip r:embed="rId5"/>
          <a:stretch>
            <a:fillRect/>
          </a:stretch>
        </p:blipFill>
        <p:spPr>
          <a:xfrm>
            <a:off x="1835696" y="2540851"/>
            <a:ext cx="5184576" cy="3398426"/>
          </a:xfrm>
          <a:prstGeom prst="rect">
            <a:avLst/>
          </a:prstGeom>
        </p:spPr>
      </p:pic>
      <p:sp>
        <p:nvSpPr>
          <p:cNvPr id="10" name="Date Placeholder 9">
            <a:extLst>
              <a:ext uri="{FF2B5EF4-FFF2-40B4-BE49-F238E27FC236}">
                <a16:creationId xmlns:a16="http://schemas.microsoft.com/office/drawing/2014/main" id="{BF59CA14-C739-C4CC-DD5D-37EA7AD49C48}"/>
              </a:ext>
            </a:extLst>
          </p:cNvPr>
          <p:cNvSpPr>
            <a:spLocks noGrp="1"/>
          </p:cNvSpPr>
          <p:nvPr>
            <p:ph type="dt" sz="half" idx="10"/>
          </p:nvPr>
        </p:nvSpPr>
        <p:spPr/>
        <p:txBody>
          <a:bodyPr/>
          <a:lstStyle/>
          <a:p>
            <a:pPr>
              <a:defRPr/>
            </a:pPr>
            <a:fld id="{D417E1C1-9138-4F58-9E35-34771CBEAB5B}" type="datetime9">
              <a:rPr lang="en-US" smtClean="0"/>
              <a:t>10/25/2024 2:01:28 PM</a:t>
            </a:fld>
            <a:endParaRPr lang="en-CA" dirty="0"/>
          </a:p>
        </p:txBody>
      </p:sp>
      <p:sp>
        <p:nvSpPr>
          <p:cNvPr id="11" name="Slide Number Placeholder 10">
            <a:extLst>
              <a:ext uri="{FF2B5EF4-FFF2-40B4-BE49-F238E27FC236}">
                <a16:creationId xmlns:a16="http://schemas.microsoft.com/office/drawing/2014/main" id="{61244111-304B-7A17-DF50-1CDB16A7D7A5}"/>
              </a:ext>
            </a:extLst>
          </p:cNvPr>
          <p:cNvSpPr>
            <a:spLocks noGrp="1"/>
          </p:cNvSpPr>
          <p:nvPr>
            <p:ph type="sldNum" sz="quarter" idx="12"/>
          </p:nvPr>
        </p:nvSpPr>
        <p:spPr/>
        <p:txBody>
          <a:bodyPr/>
          <a:lstStyle/>
          <a:p>
            <a:pPr>
              <a:defRPr/>
            </a:pPr>
            <a:fld id="{18598880-23BB-4E77-BAE4-1716EE602DAD}" type="slidenum">
              <a:rPr lang="en-CA" smtClean="0"/>
              <a:pPr>
                <a:defRPr/>
              </a:pPr>
              <a:t>15</a:t>
            </a:fld>
            <a:endParaRPr lang="en-CA" dirty="0"/>
          </a:p>
        </p:txBody>
      </p:sp>
    </p:spTree>
    <p:extLst>
      <p:ext uri="{BB962C8B-B14F-4D97-AF65-F5344CB8AC3E}">
        <p14:creationId xmlns:p14="http://schemas.microsoft.com/office/powerpoint/2010/main" val="3827137233"/>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Pedestal Formation</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5" name="TextBox 4">
            <a:extLst>
              <a:ext uri="{FF2B5EF4-FFF2-40B4-BE49-F238E27FC236}">
                <a16:creationId xmlns:a16="http://schemas.microsoft.com/office/drawing/2014/main" id="{33F02759-4CA9-CD12-4CBD-96C942F6E2FB}"/>
              </a:ext>
            </a:extLst>
          </p:cNvPr>
          <p:cNvSpPr txBox="1"/>
          <p:nvPr/>
        </p:nvSpPr>
        <p:spPr>
          <a:xfrm>
            <a:off x="125506" y="908720"/>
            <a:ext cx="8892988" cy="1569660"/>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Helps to generate a poloidal flow shear</a:t>
            </a:r>
          </a:p>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Breaks up the turbulence eddies and  improves the confinement</a:t>
            </a:r>
          </a:p>
        </p:txBody>
      </p:sp>
      <p:pic>
        <p:nvPicPr>
          <p:cNvPr id="8" name="Picture 7">
            <a:extLst>
              <a:ext uri="{FF2B5EF4-FFF2-40B4-BE49-F238E27FC236}">
                <a16:creationId xmlns:a16="http://schemas.microsoft.com/office/drawing/2014/main" id="{1EF61A7E-C86E-3606-A74F-1C9516959C03}"/>
              </a:ext>
            </a:extLst>
          </p:cNvPr>
          <p:cNvPicPr/>
          <p:nvPr/>
        </p:nvPicPr>
        <p:blipFill>
          <a:blip r:embed="rId3"/>
          <a:stretch>
            <a:fillRect/>
          </a:stretch>
        </p:blipFill>
        <p:spPr>
          <a:xfrm>
            <a:off x="1547664" y="2420888"/>
            <a:ext cx="6989614" cy="4087154"/>
          </a:xfrm>
          <a:prstGeom prst="rect">
            <a:avLst/>
          </a:prstGeom>
        </p:spPr>
      </p:pic>
      <p:sp>
        <p:nvSpPr>
          <p:cNvPr id="10" name="Date Placeholder 9">
            <a:extLst>
              <a:ext uri="{FF2B5EF4-FFF2-40B4-BE49-F238E27FC236}">
                <a16:creationId xmlns:a16="http://schemas.microsoft.com/office/drawing/2014/main" id="{79512259-4D6B-ED2B-AD57-C079458C4F33}"/>
              </a:ext>
            </a:extLst>
          </p:cNvPr>
          <p:cNvSpPr>
            <a:spLocks noGrp="1"/>
          </p:cNvSpPr>
          <p:nvPr>
            <p:ph type="dt" sz="half" idx="10"/>
          </p:nvPr>
        </p:nvSpPr>
        <p:spPr/>
        <p:txBody>
          <a:bodyPr/>
          <a:lstStyle/>
          <a:p>
            <a:pPr>
              <a:defRPr/>
            </a:pPr>
            <a:fld id="{91B48DE1-9322-45BC-B277-16128E7581C8}" type="datetime9">
              <a:rPr lang="en-US" smtClean="0"/>
              <a:t>10/25/2024 2:01:28 PM</a:t>
            </a:fld>
            <a:endParaRPr lang="en-CA" dirty="0"/>
          </a:p>
        </p:txBody>
      </p:sp>
      <p:sp>
        <p:nvSpPr>
          <p:cNvPr id="11" name="Slide Number Placeholder 10">
            <a:extLst>
              <a:ext uri="{FF2B5EF4-FFF2-40B4-BE49-F238E27FC236}">
                <a16:creationId xmlns:a16="http://schemas.microsoft.com/office/drawing/2014/main" id="{F17D44B9-1C39-812D-6705-F0B09AFCA8AC}"/>
              </a:ext>
            </a:extLst>
          </p:cNvPr>
          <p:cNvSpPr>
            <a:spLocks noGrp="1"/>
          </p:cNvSpPr>
          <p:nvPr>
            <p:ph type="sldNum" sz="quarter" idx="12"/>
          </p:nvPr>
        </p:nvSpPr>
        <p:spPr/>
        <p:txBody>
          <a:bodyPr/>
          <a:lstStyle/>
          <a:p>
            <a:pPr>
              <a:defRPr/>
            </a:pPr>
            <a:fld id="{18598880-23BB-4E77-BAE4-1716EE602DAD}" type="slidenum">
              <a:rPr lang="en-CA" smtClean="0"/>
              <a:pPr>
                <a:defRPr/>
              </a:pPr>
              <a:t>16</a:t>
            </a:fld>
            <a:endParaRPr lang="en-CA" dirty="0"/>
          </a:p>
        </p:txBody>
      </p:sp>
    </p:spTree>
    <p:extLst>
      <p:ext uri="{BB962C8B-B14F-4D97-AF65-F5344CB8AC3E}">
        <p14:creationId xmlns:p14="http://schemas.microsoft.com/office/powerpoint/2010/main" val="2714142273"/>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45234" y="219075"/>
            <a:ext cx="7803465" cy="833661"/>
          </a:xfrm>
        </p:spPr>
        <p:txBody>
          <a:bodyPr anchor="ctr" anchorCtr="0"/>
          <a:lstStyle/>
          <a:p>
            <a:pPr algn="ctr"/>
            <a:r>
              <a:rPr lang="en-US" dirty="0">
                <a:solidFill>
                  <a:schemeClr val="tx1"/>
                </a:solidFill>
              </a:rPr>
              <a:t>Outline</a:t>
            </a:r>
            <a:endParaRPr lang="en-CA" dirty="0">
              <a:solidFill>
                <a:schemeClr val="tx1"/>
              </a:solidFill>
            </a:endParaRPr>
          </a:p>
        </p:txBody>
      </p:sp>
      <p:sp>
        <p:nvSpPr>
          <p:cNvPr id="9220" name="Content Placeholder 3"/>
          <p:cNvSpPr>
            <a:spLocks noGrp="1"/>
          </p:cNvSpPr>
          <p:nvPr>
            <p:ph sz="quarter" idx="1"/>
          </p:nvPr>
        </p:nvSpPr>
        <p:spPr>
          <a:xfrm>
            <a:off x="395536" y="1196752"/>
            <a:ext cx="8469915" cy="5301580"/>
          </a:xfrm>
          <a:noFill/>
        </p:spPr>
        <p:txBody>
          <a:bodyPr/>
          <a:lstStyle/>
          <a:p>
            <a:r>
              <a:rPr lang="en-US" sz="2800" dirty="0">
                <a:latin typeface="Calibri" panose="020F0502020204030204" pitchFamily="34" charset="0"/>
                <a:cs typeface="Calibri" panose="020F0502020204030204" pitchFamily="34" charset="0"/>
              </a:rPr>
              <a:t>Transport and anomalous transport</a:t>
            </a:r>
          </a:p>
          <a:p>
            <a:r>
              <a:rPr lang="en-US" sz="2800" dirty="0">
                <a:highlight>
                  <a:srgbClr val="FFFF00"/>
                </a:highlight>
                <a:latin typeface="Calibri" panose="020F0502020204030204" pitchFamily="34" charset="0"/>
                <a:cs typeface="Calibri" panose="020F0502020204030204" pitchFamily="34" charset="0"/>
              </a:rPr>
              <a:t>Biasing experiments on STOR-M</a:t>
            </a:r>
          </a:p>
          <a:p>
            <a:r>
              <a:rPr lang="en-US" sz="2800" dirty="0">
                <a:latin typeface="Calibri" panose="020F0502020204030204" pitchFamily="34" charset="0"/>
                <a:cs typeface="Calibri" panose="020F0502020204030204" pitchFamily="34" charset="0"/>
              </a:rPr>
              <a:t>Conventional signal analyses (examples from STOR-M)</a:t>
            </a:r>
          </a:p>
          <a:p>
            <a:r>
              <a:rPr lang="en-US" sz="2800" dirty="0">
                <a:latin typeface="Calibri" panose="020F0502020204030204" pitchFamily="34" charset="0"/>
                <a:cs typeface="Calibri" panose="020F0502020204030204" pitchFamily="34" charset="0"/>
              </a:rPr>
              <a:t>Nonlinear signal analyses</a:t>
            </a:r>
          </a:p>
          <a:p>
            <a:pPr lvl="1"/>
            <a:r>
              <a:rPr lang="en-US" sz="2600" dirty="0">
                <a:latin typeface="Calibri" panose="020F0502020204030204" pitchFamily="34" charset="0"/>
                <a:cs typeface="Calibri" panose="020F0502020204030204" pitchFamily="34" charset="0"/>
              </a:rPr>
              <a:t>Algorithm </a:t>
            </a:r>
          </a:p>
          <a:p>
            <a:pPr lvl="1"/>
            <a:r>
              <a:rPr lang="en-US" sz="2600" dirty="0">
                <a:latin typeface="Calibri" panose="020F0502020204030204" pitchFamily="34" charset="0"/>
                <a:cs typeface="Calibri" panose="020F0502020204030204" pitchFamily="34" charset="0"/>
              </a:rPr>
              <a:t>Numerical Validation</a:t>
            </a:r>
          </a:p>
          <a:p>
            <a:pPr lvl="1"/>
            <a:r>
              <a:rPr lang="en-US" sz="2600" dirty="0">
                <a:latin typeface="Calibri" panose="020F0502020204030204" pitchFamily="34" charset="0"/>
                <a:cs typeface="Calibri" panose="020F0502020204030204" pitchFamily="34" charset="0"/>
              </a:rPr>
              <a:t>experiments on STOR-M </a:t>
            </a:r>
          </a:p>
          <a:p>
            <a:r>
              <a:rPr lang="en-US" sz="2800" dirty="0">
                <a:latin typeface="Calibri" panose="020F0502020204030204" pitchFamily="34" charset="0"/>
                <a:cs typeface="Calibri" panose="020F0502020204030204" pitchFamily="34" charset="0"/>
              </a:rPr>
              <a:t>Experiments on TJ-II</a:t>
            </a:r>
          </a:p>
          <a:p>
            <a:r>
              <a:rPr lang="en-US" sz="2800" dirty="0">
                <a:latin typeface="Calibri" panose="020F0502020204030204" pitchFamily="34" charset="0"/>
                <a:cs typeface="Calibri" panose="020F0502020204030204" pitchFamily="34" charset="0"/>
              </a:rPr>
              <a:t>Experiments on EAST</a:t>
            </a:r>
          </a:p>
          <a:p>
            <a:r>
              <a:rPr lang="en-US" sz="2800" dirty="0">
                <a:latin typeface="Calibri" panose="020F0502020204030204" pitchFamily="34" charset="0"/>
                <a:cs typeface="Calibri" panose="020F0502020204030204" pitchFamily="34" charset="0"/>
              </a:rPr>
              <a:t>Other experiments?</a:t>
            </a:r>
          </a:p>
          <a:p>
            <a:pPr lvl="1"/>
            <a:endParaRPr lang="en-US" sz="3200" dirty="0"/>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p:txBody>
          <a:bodyPr/>
          <a:lstStyle/>
          <a:p>
            <a:pPr>
              <a:defRPr/>
            </a:pPr>
            <a:r>
              <a:rPr lang="it-IT"/>
              <a:t>2024-10-31 SWIP</a:t>
            </a:r>
            <a:endParaRPr lang="en-CA" dirty="0"/>
          </a:p>
        </p:txBody>
      </p:sp>
      <p:sp>
        <p:nvSpPr>
          <p:cNvPr id="2" name="Date Placeholder 1">
            <a:extLst>
              <a:ext uri="{FF2B5EF4-FFF2-40B4-BE49-F238E27FC236}">
                <a16:creationId xmlns:a16="http://schemas.microsoft.com/office/drawing/2014/main" id="{6AC17322-0B23-F416-9A91-16EE3BB233F9}"/>
              </a:ext>
            </a:extLst>
          </p:cNvPr>
          <p:cNvSpPr>
            <a:spLocks noGrp="1"/>
          </p:cNvSpPr>
          <p:nvPr>
            <p:ph type="dt" sz="half" idx="10"/>
          </p:nvPr>
        </p:nvSpPr>
        <p:spPr/>
        <p:txBody>
          <a:bodyPr/>
          <a:lstStyle/>
          <a:p>
            <a:pPr>
              <a:defRPr/>
            </a:pPr>
            <a:fld id="{67A5974C-F211-4E73-B1DC-AA8965773488}"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54FB89B8-13C4-0CE0-F567-28ABA2AC6FF0}"/>
              </a:ext>
            </a:extLst>
          </p:cNvPr>
          <p:cNvSpPr>
            <a:spLocks noGrp="1"/>
          </p:cNvSpPr>
          <p:nvPr>
            <p:ph type="sldNum" sz="quarter" idx="12"/>
          </p:nvPr>
        </p:nvSpPr>
        <p:spPr/>
        <p:txBody>
          <a:bodyPr/>
          <a:lstStyle/>
          <a:p>
            <a:pPr>
              <a:defRPr/>
            </a:pPr>
            <a:fld id="{18598880-23BB-4E77-BAE4-1716EE602DAD}" type="slidenum">
              <a:rPr lang="en-CA" smtClean="0"/>
              <a:pPr>
                <a:defRPr/>
              </a:pPr>
              <a:t>17</a:t>
            </a:fld>
            <a:endParaRPr lang="en-CA" dirty="0"/>
          </a:p>
        </p:txBody>
      </p:sp>
    </p:spTree>
    <p:extLst>
      <p:ext uri="{BB962C8B-B14F-4D97-AF65-F5344CB8AC3E}">
        <p14:creationId xmlns:p14="http://schemas.microsoft.com/office/powerpoint/2010/main" val="4096136522"/>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A6BFA-8A54-42A9-3F7C-39B5A33309E2}"/>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EAD91FBD-D8AD-455B-8EBD-F746B8591643}"/>
              </a:ext>
            </a:extLst>
          </p:cNvPr>
          <p:cNvSpPr>
            <a:spLocks noGrp="1"/>
          </p:cNvSpPr>
          <p:nvPr>
            <p:ph type="title"/>
          </p:nvPr>
        </p:nvSpPr>
        <p:spPr>
          <a:xfrm>
            <a:off x="395536" y="95051"/>
            <a:ext cx="8208912" cy="401613"/>
          </a:xfrm>
        </p:spPr>
        <p:txBody>
          <a:bodyPr anchor="ctr" anchorCtr="0"/>
          <a:lstStyle/>
          <a:p>
            <a:pPr algn="ctr"/>
            <a:r>
              <a:rPr lang="en-US" sz="3600" dirty="0"/>
              <a:t>STOR-M</a:t>
            </a:r>
          </a:p>
        </p:txBody>
      </p:sp>
      <p:sp>
        <p:nvSpPr>
          <p:cNvPr id="6" name="Footer Placeholder 5">
            <a:extLst>
              <a:ext uri="{FF2B5EF4-FFF2-40B4-BE49-F238E27FC236}">
                <a16:creationId xmlns:a16="http://schemas.microsoft.com/office/drawing/2014/main" id="{CD180576-0811-F21B-EB53-17A7C861058D}"/>
              </a:ext>
            </a:extLst>
          </p:cNvPr>
          <p:cNvSpPr>
            <a:spLocks noGrp="1"/>
          </p:cNvSpPr>
          <p:nvPr>
            <p:ph type="ftr" sz="quarter" idx="11"/>
          </p:nvPr>
        </p:nvSpPr>
        <p:spPr/>
        <p:txBody>
          <a:bodyPr/>
          <a:lstStyle/>
          <a:p>
            <a:pPr>
              <a:defRPr/>
            </a:pPr>
            <a:r>
              <a:rPr lang="it-IT"/>
              <a:t>2024-10-31 SWIP</a:t>
            </a:r>
            <a:endParaRPr lang="en-CA" dirty="0"/>
          </a:p>
        </p:txBody>
      </p:sp>
      <p:pic>
        <p:nvPicPr>
          <p:cNvPr id="10" name="Content Placeholder 9" descr="A machine in a factory&#10;&#10;Description automatically generated">
            <a:extLst>
              <a:ext uri="{FF2B5EF4-FFF2-40B4-BE49-F238E27FC236}">
                <a16:creationId xmlns:a16="http://schemas.microsoft.com/office/drawing/2014/main" id="{134B5C70-ED67-6BA9-E707-A69A1BE0A51A}"/>
              </a:ext>
            </a:extLst>
          </p:cNvPr>
          <p:cNvPicPr>
            <a:picLocks noGrp="1" noChangeAspect="1"/>
          </p:cNvPicPr>
          <p:nvPr>
            <p:ph sz="quarter" idx="1"/>
          </p:nvPr>
        </p:nvPicPr>
        <p:blipFill>
          <a:blip r:embed="rId3" cstate="print">
            <a:extLst>
              <a:ext uri="{28A0092B-C50C-407E-A947-70E740481C1C}">
                <a14:useLocalDpi xmlns:a14="http://schemas.microsoft.com/office/drawing/2010/main" val="0"/>
              </a:ext>
            </a:extLst>
          </a:blip>
          <a:stretch>
            <a:fillRect/>
          </a:stretch>
        </p:blipFill>
        <p:spPr>
          <a:xfrm>
            <a:off x="827584" y="697201"/>
            <a:ext cx="6984776" cy="5238582"/>
          </a:xfrm>
        </p:spPr>
      </p:pic>
      <p:sp>
        <p:nvSpPr>
          <p:cNvPr id="7" name="TextBox 1">
            <a:extLst>
              <a:ext uri="{FF2B5EF4-FFF2-40B4-BE49-F238E27FC236}">
                <a16:creationId xmlns:a16="http://schemas.microsoft.com/office/drawing/2014/main" id="{5BECBB96-B0CE-DE90-980B-69E16AD29B80}"/>
              </a:ext>
            </a:extLst>
          </p:cNvPr>
          <p:cNvSpPr txBox="1">
            <a:spLocks noChangeArrowheads="1"/>
          </p:cNvSpPr>
          <p:nvPr/>
        </p:nvSpPr>
        <p:spPr bwMode="auto">
          <a:xfrm>
            <a:off x="2843808" y="4735454"/>
            <a:ext cx="4968552" cy="1200329"/>
          </a:xfrm>
          <a:prstGeom prst="rect">
            <a:avLst/>
          </a:prstGeom>
          <a:solidFill>
            <a:schemeClr val="tx1">
              <a:alpha val="61176"/>
            </a:schemeClr>
          </a:solidFill>
          <a:ln w="9525">
            <a:noFill/>
            <a:miter lim="800000"/>
            <a:headEnd/>
            <a:tailEnd/>
          </a:ln>
        </p:spPr>
        <p:txBody>
          <a:bodyPr wrap="square">
            <a:spAutoFit/>
          </a:bodyPr>
          <a:lstStyle/>
          <a:p>
            <a:r>
              <a:rPr lang="en-CA" altLang="zh-CN" sz="2400" dirty="0">
                <a:solidFill>
                  <a:srgbClr val="FFC000"/>
                </a:solidFill>
              </a:rPr>
              <a:t>Construction started in 1984</a:t>
            </a:r>
          </a:p>
          <a:p>
            <a:r>
              <a:rPr lang="en-CA" altLang="zh-CN" sz="2400" dirty="0">
                <a:solidFill>
                  <a:srgbClr val="FFC000"/>
                </a:solidFill>
              </a:rPr>
              <a:t>Operational since 1987</a:t>
            </a:r>
          </a:p>
          <a:p>
            <a:r>
              <a:rPr lang="en-CA" altLang="zh-CN" sz="2400" dirty="0">
                <a:solidFill>
                  <a:srgbClr val="FFC000"/>
                </a:solidFill>
              </a:rPr>
              <a:t>Still active as the only tokamak in Canada</a:t>
            </a:r>
          </a:p>
        </p:txBody>
      </p:sp>
      <p:sp>
        <p:nvSpPr>
          <p:cNvPr id="2" name="Date Placeholder 1">
            <a:extLst>
              <a:ext uri="{FF2B5EF4-FFF2-40B4-BE49-F238E27FC236}">
                <a16:creationId xmlns:a16="http://schemas.microsoft.com/office/drawing/2014/main" id="{50F31A2E-0733-2C8B-4579-AAA6E08DB999}"/>
              </a:ext>
            </a:extLst>
          </p:cNvPr>
          <p:cNvSpPr>
            <a:spLocks noGrp="1"/>
          </p:cNvSpPr>
          <p:nvPr>
            <p:ph type="dt" sz="half" idx="10"/>
          </p:nvPr>
        </p:nvSpPr>
        <p:spPr/>
        <p:txBody>
          <a:bodyPr/>
          <a:lstStyle/>
          <a:p>
            <a:pPr>
              <a:defRPr/>
            </a:pPr>
            <a:fld id="{E20FCCD0-6827-43E0-A93E-3D51D7F89499}"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FEE8429A-6E1D-006C-1F47-64BBE032965F}"/>
              </a:ext>
            </a:extLst>
          </p:cNvPr>
          <p:cNvSpPr>
            <a:spLocks noGrp="1"/>
          </p:cNvSpPr>
          <p:nvPr>
            <p:ph type="sldNum" sz="quarter" idx="12"/>
          </p:nvPr>
        </p:nvSpPr>
        <p:spPr/>
        <p:txBody>
          <a:bodyPr/>
          <a:lstStyle/>
          <a:p>
            <a:pPr>
              <a:defRPr/>
            </a:pPr>
            <a:fld id="{18598880-23BB-4E77-BAE4-1716EE602DAD}" type="slidenum">
              <a:rPr lang="en-CA" smtClean="0"/>
              <a:pPr>
                <a:defRPr/>
              </a:pPr>
              <a:t>18</a:t>
            </a:fld>
            <a:endParaRPr lang="en-CA" dirty="0"/>
          </a:p>
        </p:txBody>
      </p:sp>
    </p:spTree>
    <p:extLst>
      <p:ext uri="{BB962C8B-B14F-4D97-AF65-F5344CB8AC3E}">
        <p14:creationId xmlns:p14="http://schemas.microsoft.com/office/powerpoint/2010/main" val="836152202"/>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A6BFA-8A54-42A9-3F7C-39B5A33309E2}"/>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CD180576-0811-F21B-EB53-17A7C861058D}"/>
              </a:ext>
            </a:extLst>
          </p:cNvPr>
          <p:cNvSpPr>
            <a:spLocks noGrp="1"/>
          </p:cNvSpPr>
          <p:nvPr>
            <p:ph type="ftr" sz="quarter" idx="11"/>
          </p:nvPr>
        </p:nvSpPr>
        <p:spPr/>
        <p:txBody>
          <a:bodyPr/>
          <a:lstStyle/>
          <a:p>
            <a:pPr>
              <a:defRPr/>
            </a:pPr>
            <a:r>
              <a:rPr lang="it-IT"/>
              <a:t>2024-10-31 SWIP</a:t>
            </a:r>
            <a:endParaRPr lang="en-CA" dirty="0"/>
          </a:p>
        </p:txBody>
      </p:sp>
      <p:sp>
        <p:nvSpPr>
          <p:cNvPr id="8" name="Date Placeholder 7">
            <a:extLst>
              <a:ext uri="{FF2B5EF4-FFF2-40B4-BE49-F238E27FC236}">
                <a16:creationId xmlns:a16="http://schemas.microsoft.com/office/drawing/2014/main" id="{0835180F-3C48-D803-ED36-106A5EFB6098}"/>
              </a:ext>
            </a:extLst>
          </p:cNvPr>
          <p:cNvSpPr>
            <a:spLocks noGrp="1"/>
          </p:cNvSpPr>
          <p:nvPr>
            <p:ph type="dt" sz="half" idx="10"/>
          </p:nvPr>
        </p:nvSpPr>
        <p:spPr/>
        <p:txBody>
          <a:bodyPr/>
          <a:lstStyle/>
          <a:p>
            <a:pPr>
              <a:defRPr/>
            </a:pPr>
            <a:fld id="{A03FEBBF-7B00-4D8A-99FF-3FA64F7CDDA8}" type="datetime9">
              <a:rPr lang="en-US" smtClean="0"/>
              <a:t>10/25/2024 2:01:28 PM</a:t>
            </a:fld>
            <a:endParaRPr lang="en-CA" dirty="0"/>
          </a:p>
        </p:txBody>
      </p:sp>
      <p:sp>
        <p:nvSpPr>
          <p:cNvPr id="9" name="Slide Number Placeholder 8">
            <a:extLst>
              <a:ext uri="{FF2B5EF4-FFF2-40B4-BE49-F238E27FC236}">
                <a16:creationId xmlns:a16="http://schemas.microsoft.com/office/drawing/2014/main" id="{A951196A-2F3F-CA72-BD8D-8F7D79B2EBBD}"/>
              </a:ext>
            </a:extLst>
          </p:cNvPr>
          <p:cNvSpPr>
            <a:spLocks noGrp="1"/>
          </p:cNvSpPr>
          <p:nvPr>
            <p:ph type="sldNum" sz="quarter" idx="12"/>
          </p:nvPr>
        </p:nvSpPr>
        <p:spPr/>
        <p:txBody>
          <a:bodyPr/>
          <a:lstStyle/>
          <a:p>
            <a:pPr>
              <a:defRPr/>
            </a:pPr>
            <a:fld id="{18598880-23BB-4E77-BAE4-1716EE602DAD}" type="slidenum">
              <a:rPr lang="en-CA" smtClean="0"/>
              <a:pPr>
                <a:defRPr/>
              </a:pPr>
              <a:t>19</a:t>
            </a:fld>
            <a:endParaRPr lang="en-CA" dirty="0"/>
          </a:p>
        </p:txBody>
      </p:sp>
      <p:grpSp>
        <p:nvGrpSpPr>
          <p:cNvPr id="10" name="Group 9">
            <a:extLst>
              <a:ext uri="{FF2B5EF4-FFF2-40B4-BE49-F238E27FC236}">
                <a16:creationId xmlns:a16="http://schemas.microsoft.com/office/drawing/2014/main" id="{D875975B-D5C2-B31E-BA3D-52A0F62831EF}"/>
              </a:ext>
            </a:extLst>
          </p:cNvPr>
          <p:cNvGrpSpPr/>
          <p:nvPr/>
        </p:nvGrpSpPr>
        <p:grpSpPr>
          <a:xfrm>
            <a:off x="251520" y="476672"/>
            <a:ext cx="8856984" cy="5494189"/>
            <a:chOff x="251520" y="476672"/>
            <a:chExt cx="8856984" cy="5494189"/>
          </a:xfrm>
        </p:grpSpPr>
        <p:pic>
          <p:nvPicPr>
            <p:cNvPr id="4" name="Picture 1">
              <a:extLst>
                <a:ext uri="{FF2B5EF4-FFF2-40B4-BE49-F238E27FC236}">
                  <a16:creationId xmlns:a16="http://schemas.microsoft.com/office/drawing/2014/main" id="{A642EF83-227A-3D9F-4D2D-1103C12AB002}"/>
                </a:ext>
              </a:extLst>
            </p:cNvPr>
            <p:cNvPicPr>
              <a:picLocks noChangeAspect="1"/>
            </p:cNvPicPr>
            <p:nvPr/>
          </p:nvPicPr>
          <p:blipFill>
            <a:blip r:embed="rId3" cstate="print">
              <a:extLst>
                <a:ext uri="{28A0092B-C50C-407E-A947-70E740481C1C}">
                  <a14:useLocalDpi xmlns:a14="http://schemas.microsoft.com/office/drawing/2010/main" val="0"/>
                </a:ext>
              </a:extLst>
            </a:blip>
            <a:srcRect l="4331" t="8925" r="3544" b="12600"/>
            <a:stretch>
              <a:fillRect/>
            </a:stretch>
          </p:blipFill>
          <p:spPr bwMode="auto">
            <a:xfrm>
              <a:off x="251520" y="476672"/>
              <a:ext cx="8856984" cy="5494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E85398F9-D2DB-3CC9-4820-82FAB407321C}"/>
                </a:ext>
              </a:extLst>
            </p:cNvPr>
            <p:cNvSpPr/>
            <p:nvPr/>
          </p:nvSpPr>
          <p:spPr>
            <a:xfrm>
              <a:off x="6300192" y="2924944"/>
              <a:ext cx="1800200" cy="360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 name="TextBox 4">
              <a:extLst>
                <a:ext uri="{FF2B5EF4-FFF2-40B4-BE49-F238E27FC236}">
                  <a16:creationId xmlns:a16="http://schemas.microsoft.com/office/drawing/2014/main" id="{D6E5573A-4FFF-6FFC-A906-3B381F658279}"/>
                </a:ext>
              </a:extLst>
            </p:cNvPr>
            <p:cNvSpPr txBox="1"/>
            <p:nvPr/>
          </p:nvSpPr>
          <p:spPr>
            <a:xfrm>
              <a:off x="6300192" y="2858742"/>
              <a:ext cx="1701798" cy="492443"/>
            </a:xfrm>
            <a:prstGeom prst="rect">
              <a:avLst/>
            </a:prstGeom>
            <a:solidFill>
              <a:schemeClr val="bg1">
                <a:alpha val="0"/>
              </a:schemeClr>
            </a:solidFill>
          </p:spPr>
          <p:txBody>
            <a:bodyPr wrap="square" rtlCol="0">
              <a:spAutoFit/>
            </a:bodyPr>
            <a:lstStyle/>
            <a:p>
              <a:r>
                <a:rPr lang="en-CA" sz="2400" dirty="0">
                  <a:latin typeface="Times New Roman" panose="02020603050405020304" pitchFamily="18" charset="0"/>
                  <a:cs typeface="Times New Roman" panose="02020603050405020304" pitchFamily="18" charset="0"/>
                </a:rPr>
                <a:t>20-30</a:t>
              </a:r>
              <a:r>
                <a:rPr lang="en-CA" sz="2600" b="1" dirty="0">
                  <a:latin typeface="Times New Roman" panose="02020603050405020304" pitchFamily="18" charset="0"/>
                  <a:cs typeface="Times New Roman" panose="02020603050405020304" pitchFamily="18" charset="0"/>
                </a:rPr>
                <a:t> </a:t>
              </a:r>
              <a:r>
                <a:rPr lang="en-CA" sz="2600" dirty="0">
                  <a:latin typeface="Times New Roman" panose="02020603050405020304" pitchFamily="18" charset="0"/>
                  <a:cs typeface="Times New Roman" panose="02020603050405020304" pitchFamily="18" charset="0"/>
                </a:rPr>
                <a:t>kA </a:t>
              </a:r>
            </a:p>
          </p:txBody>
        </p:sp>
      </p:grpSp>
    </p:spTree>
    <p:extLst>
      <p:ext uri="{BB962C8B-B14F-4D97-AF65-F5344CB8AC3E}">
        <p14:creationId xmlns:p14="http://schemas.microsoft.com/office/powerpoint/2010/main" val="429925362"/>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Electrode Biasing Experiments</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5" name="TextBox 4">
            <a:extLst>
              <a:ext uri="{FF2B5EF4-FFF2-40B4-BE49-F238E27FC236}">
                <a16:creationId xmlns:a16="http://schemas.microsoft.com/office/drawing/2014/main" id="{33F02759-4CA9-CD12-4CBD-96C942F6E2FB}"/>
              </a:ext>
            </a:extLst>
          </p:cNvPr>
          <p:cNvSpPr txBox="1"/>
          <p:nvPr/>
        </p:nvSpPr>
        <p:spPr>
          <a:xfrm>
            <a:off x="125506" y="908720"/>
            <a:ext cx="8892988" cy="584775"/>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DC Biasing</a:t>
            </a:r>
          </a:p>
        </p:txBody>
      </p:sp>
      <p:grpSp>
        <p:nvGrpSpPr>
          <p:cNvPr id="2" name="Group 1">
            <a:extLst>
              <a:ext uri="{FF2B5EF4-FFF2-40B4-BE49-F238E27FC236}">
                <a16:creationId xmlns:a16="http://schemas.microsoft.com/office/drawing/2014/main" id="{583198B5-1FB3-CABC-40F0-AC947E30A554}"/>
              </a:ext>
            </a:extLst>
          </p:cNvPr>
          <p:cNvGrpSpPr/>
          <p:nvPr/>
        </p:nvGrpSpPr>
        <p:grpSpPr>
          <a:xfrm>
            <a:off x="2051720" y="1424618"/>
            <a:ext cx="5976664" cy="5256584"/>
            <a:chOff x="683568" y="367504"/>
            <a:chExt cx="3439589" cy="3061496"/>
          </a:xfrm>
        </p:grpSpPr>
        <p:grpSp>
          <p:nvGrpSpPr>
            <p:cNvPr id="3" name="Group 2">
              <a:extLst>
                <a:ext uri="{FF2B5EF4-FFF2-40B4-BE49-F238E27FC236}">
                  <a16:creationId xmlns:a16="http://schemas.microsoft.com/office/drawing/2014/main" id="{12F7CF83-4FD8-CFA7-8E5C-1313AD58458F}"/>
                </a:ext>
              </a:extLst>
            </p:cNvPr>
            <p:cNvGrpSpPr/>
            <p:nvPr/>
          </p:nvGrpSpPr>
          <p:grpSpPr>
            <a:xfrm>
              <a:off x="683568" y="367504"/>
              <a:ext cx="3439589" cy="3061496"/>
              <a:chOff x="930482" y="2794904"/>
              <a:chExt cx="3439589" cy="3061496"/>
            </a:xfrm>
          </p:grpSpPr>
          <p:pic>
            <p:nvPicPr>
              <p:cNvPr id="7" name="Picture 6">
                <a:extLst>
                  <a:ext uri="{FF2B5EF4-FFF2-40B4-BE49-F238E27FC236}">
                    <a16:creationId xmlns:a16="http://schemas.microsoft.com/office/drawing/2014/main" id="{E906B418-B587-FE97-FBB4-66E69105716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9131"/>
              <a:stretch/>
            </p:blipFill>
            <p:spPr bwMode="auto">
              <a:xfrm>
                <a:off x="930482" y="2794904"/>
                <a:ext cx="3439589" cy="30614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 name="Rectangle 8">
                <a:extLst>
                  <a:ext uri="{FF2B5EF4-FFF2-40B4-BE49-F238E27FC236}">
                    <a16:creationId xmlns:a16="http://schemas.microsoft.com/office/drawing/2014/main" id="{D8A253C1-D6D0-5936-C69A-128F80AB1C64}"/>
                  </a:ext>
                </a:extLst>
              </p:cNvPr>
              <p:cNvSpPr/>
              <p:nvPr/>
            </p:nvSpPr>
            <p:spPr>
              <a:xfrm>
                <a:off x="2014998" y="4300381"/>
                <a:ext cx="288032" cy="360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4" name="Arc 3">
              <a:extLst>
                <a:ext uri="{FF2B5EF4-FFF2-40B4-BE49-F238E27FC236}">
                  <a16:creationId xmlns:a16="http://schemas.microsoft.com/office/drawing/2014/main" id="{B3EA5110-0136-F926-6889-8830F999769D}"/>
                </a:ext>
              </a:extLst>
            </p:cNvPr>
            <p:cNvSpPr/>
            <p:nvPr/>
          </p:nvSpPr>
          <p:spPr>
            <a:xfrm>
              <a:off x="1471655" y="1620953"/>
              <a:ext cx="576064" cy="864096"/>
            </a:xfrm>
            <a:prstGeom prst="arc">
              <a:avLst>
                <a:gd name="adj1" fmla="val 19041954"/>
                <a:gd name="adj2" fmla="val 2944589"/>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grpSp>
      <p:sp>
        <p:nvSpPr>
          <p:cNvPr id="10" name="Date Placeholder 9">
            <a:extLst>
              <a:ext uri="{FF2B5EF4-FFF2-40B4-BE49-F238E27FC236}">
                <a16:creationId xmlns:a16="http://schemas.microsoft.com/office/drawing/2014/main" id="{2AA41251-FD2C-B6DF-76B2-635F20C8CAC7}"/>
              </a:ext>
            </a:extLst>
          </p:cNvPr>
          <p:cNvSpPr>
            <a:spLocks noGrp="1"/>
          </p:cNvSpPr>
          <p:nvPr>
            <p:ph type="dt" sz="half" idx="10"/>
          </p:nvPr>
        </p:nvSpPr>
        <p:spPr/>
        <p:txBody>
          <a:bodyPr/>
          <a:lstStyle/>
          <a:p>
            <a:pPr>
              <a:defRPr/>
            </a:pPr>
            <a:fld id="{1D7ED4A4-ED15-47BF-824F-BB8EB293DA96}" type="datetime9">
              <a:rPr lang="en-US" smtClean="0"/>
              <a:t>10/25/2024 2:01:28 PM</a:t>
            </a:fld>
            <a:endParaRPr lang="en-CA" dirty="0"/>
          </a:p>
        </p:txBody>
      </p:sp>
      <p:sp>
        <p:nvSpPr>
          <p:cNvPr id="11" name="Slide Number Placeholder 10">
            <a:extLst>
              <a:ext uri="{FF2B5EF4-FFF2-40B4-BE49-F238E27FC236}">
                <a16:creationId xmlns:a16="http://schemas.microsoft.com/office/drawing/2014/main" id="{24174E8D-55C6-F0B2-3D9A-2EE7AAD5E2A3}"/>
              </a:ext>
            </a:extLst>
          </p:cNvPr>
          <p:cNvSpPr>
            <a:spLocks noGrp="1"/>
          </p:cNvSpPr>
          <p:nvPr>
            <p:ph type="sldNum" sz="quarter" idx="12"/>
          </p:nvPr>
        </p:nvSpPr>
        <p:spPr/>
        <p:txBody>
          <a:bodyPr/>
          <a:lstStyle/>
          <a:p>
            <a:pPr>
              <a:defRPr/>
            </a:pPr>
            <a:fld id="{18598880-23BB-4E77-BAE4-1716EE602DAD}" type="slidenum">
              <a:rPr lang="en-CA" smtClean="0"/>
              <a:pPr>
                <a:defRPr/>
              </a:pPr>
              <a:t>20</a:t>
            </a:fld>
            <a:endParaRPr lang="en-CA" dirty="0"/>
          </a:p>
        </p:txBody>
      </p:sp>
    </p:spTree>
    <p:extLst>
      <p:ext uri="{BB962C8B-B14F-4D97-AF65-F5344CB8AC3E}">
        <p14:creationId xmlns:p14="http://schemas.microsoft.com/office/powerpoint/2010/main" val="2975300747"/>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Transient Ohmic H-Mode</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grpSp>
        <p:nvGrpSpPr>
          <p:cNvPr id="8" name="Group 7">
            <a:extLst>
              <a:ext uri="{FF2B5EF4-FFF2-40B4-BE49-F238E27FC236}">
                <a16:creationId xmlns:a16="http://schemas.microsoft.com/office/drawing/2014/main" id="{B414104E-9B91-532B-F400-641AEA237C0C}"/>
              </a:ext>
            </a:extLst>
          </p:cNvPr>
          <p:cNvGrpSpPr/>
          <p:nvPr/>
        </p:nvGrpSpPr>
        <p:grpSpPr>
          <a:xfrm>
            <a:off x="1475656" y="884542"/>
            <a:ext cx="5900099" cy="5352769"/>
            <a:chOff x="2809903" y="1337177"/>
            <a:chExt cx="4113551" cy="4369316"/>
          </a:xfrm>
        </p:grpSpPr>
        <p:pic>
          <p:nvPicPr>
            <p:cNvPr id="10" name="Picture 9">
              <a:extLst>
                <a:ext uri="{FF2B5EF4-FFF2-40B4-BE49-F238E27FC236}">
                  <a16:creationId xmlns:a16="http://schemas.microsoft.com/office/drawing/2014/main" id="{1CB40A5D-1E45-15C1-9845-78535C5F276B}"/>
                </a:ext>
              </a:extLst>
            </p:cNvPr>
            <p:cNvPicPr>
              <a:picLocks noChangeAspect="1"/>
            </p:cNvPicPr>
            <p:nvPr/>
          </p:nvPicPr>
          <p:blipFill>
            <a:blip r:embed="rId3"/>
            <a:stretch>
              <a:fillRect/>
            </a:stretch>
          </p:blipFill>
          <p:spPr>
            <a:xfrm>
              <a:off x="2809903" y="1337177"/>
              <a:ext cx="4113551" cy="4369316"/>
            </a:xfrm>
            <a:prstGeom prst="rect">
              <a:avLst/>
            </a:prstGeom>
          </p:spPr>
        </p:pic>
        <p:sp>
          <p:nvSpPr>
            <p:cNvPr id="11" name="Rectangle 10">
              <a:extLst>
                <a:ext uri="{FF2B5EF4-FFF2-40B4-BE49-F238E27FC236}">
                  <a16:creationId xmlns:a16="http://schemas.microsoft.com/office/drawing/2014/main" id="{B40B55A0-B5B2-BFF4-C682-54C91261DE8D}"/>
                </a:ext>
              </a:extLst>
            </p:cNvPr>
            <p:cNvSpPr/>
            <p:nvPr/>
          </p:nvSpPr>
          <p:spPr>
            <a:xfrm>
              <a:off x="4605904" y="1474468"/>
              <a:ext cx="414341" cy="3232797"/>
            </a:xfrm>
            <a:prstGeom prst="rect">
              <a:avLst/>
            </a:prstGeom>
            <a:solidFill>
              <a:srgbClr val="FFFF00">
                <a:alpha val="3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12" name="Date Placeholder 11">
            <a:extLst>
              <a:ext uri="{FF2B5EF4-FFF2-40B4-BE49-F238E27FC236}">
                <a16:creationId xmlns:a16="http://schemas.microsoft.com/office/drawing/2014/main" id="{916CCF36-AD91-56E7-EB22-EDEACA7BDA67}"/>
              </a:ext>
            </a:extLst>
          </p:cNvPr>
          <p:cNvSpPr>
            <a:spLocks noGrp="1"/>
          </p:cNvSpPr>
          <p:nvPr>
            <p:ph type="dt" sz="half" idx="10"/>
          </p:nvPr>
        </p:nvSpPr>
        <p:spPr/>
        <p:txBody>
          <a:bodyPr/>
          <a:lstStyle/>
          <a:p>
            <a:pPr>
              <a:defRPr/>
            </a:pPr>
            <a:fld id="{27AF2262-B7B6-4407-B2D6-6F98C33E006A}" type="datetime9">
              <a:rPr lang="en-US" smtClean="0"/>
              <a:t>10/25/2024 2:01:28 PM</a:t>
            </a:fld>
            <a:endParaRPr lang="en-CA" dirty="0"/>
          </a:p>
        </p:txBody>
      </p:sp>
      <p:sp>
        <p:nvSpPr>
          <p:cNvPr id="13" name="Slide Number Placeholder 12">
            <a:extLst>
              <a:ext uri="{FF2B5EF4-FFF2-40B4-BE49-F238E27FC236}">
                <a16:creationId xmlns:a16="http://schemas.microsoft.com/office/drawing/2014/main" id="{74EB09F3-6591-DCA3-E74F-977A4AC8BDF4}"/>
              </a:ext>
            </a:extLst>
          </p:cNvPr>
          <p:cNvSpPr>
            <a:spLocks noGrp="1"/>
          </p:cNvSpPr>
          <p:nvPr>
            <p:ph type="sldNum" sz="quarter" idx="12"/>
          </p:nvPr>
        </p:nvSpPr>
        <p:spPr/>
        <p:txBody>
          <a:bodyPr/>
          <a:lstStyle/>
          <a:p>
            <a:pPr>
              <a:defRPr/>
            </a:pPr>
            <a:fld id="{18598880-23BB-4E77-BAE4-1716EE602DAD}" type="slidenum">
              <a:rPr lang="en-CA" smtClean="0"/>
              <a:pPr>
                <a:defRPr/>
              </a:pPr>
              <a:t>21</a:t>
            </a:fld>
            <a:endParaRPr lang="en-CA" dirty="0"/>
          </a:p>
        </p:txBody>
      </p:sp>
    </p:spTree>
    <p:extLst>
      <p:ext uri="{BB962C8B-B14F-4D97-AF65-F5344CB8AC3E}">
        <p14:creationId xmlns:p14="http://schemas.microsoft.com/office/powerpoint/2010/main" val="3277145020"/>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Modification of floating potential</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pic>
        <p:nvPicPr>
          <p:cNvPr id="3" name="Picture 2">
            <a:extLst>
              <a:ext uri="{FF2B5EF4-FFF2-40B4-BE49-F238E27FC236}">
                <a16:creationId xmlns:a16="http://schemas.microsoft.com/office/drawing/2014/main" id="{425EE360-F617-D916-E39B-2A6645D4B46D}"/>
              </a:ext>
            </a:extLst>
          </p:cNvPr>
          <p:cNvPicPr>
            <a:picLocks noChangeAspect="1"/>
          </p:cNvPicPr>
          <p:nvPr/>
        </p:nvPicPr>
        <p:blipFill>
          <a:blip r:embed="rId3"/>
          <a:stretch>
            <a:fillRect/>
          </a:stretch>
        </p:blipFill>
        <p:spPr>
          <a:xfrm>
            <a:off x="1187624" y="889531"/>
            <a:ext cx="6768752" cy="5516352"/>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15EE76A6-0281-23E7-6AC1-FD096CACEBB8}"/>
                  </a:ext>
                </a:extLst>
              </p14:cNvPr>
              <p14:cNvContentPartPr/>
              <p14:nvPr/>
            </p14:nvContentPartPr>
            <p14:xfrm>
              <a:off x="2928916" y="1889302"/>
              <a:ext cx="3637440" cy="2305080"/>
            </p14:xfrm>
          </p:contentPart>
        </mc:Choice>
        <mc:Fallback xmlns="">
          <p:pic>
            <p:nvPicPr>
              <p:cNvPr id="4" name="Ink 3">
                <a:extLst>
                  <a:ext uri="{FF2B5EF4-FFF2-40B4-BE49-F238E27FC236}">
                    <a16:creationId xmlns:a16="http://schemas.microsoft.com/office/drawing/2014/main" id="{15EE76A6-0281-23E7-6AC1-FD096CACEBB8}"/>
                  </a:ext>
                </a:extLst>
              </p:cNvPr>
              <p:cNvPicPr/>
              <p:nvPr/>
            </p:nvPicPr>
            <p:blipFill>
              <a:blip r:embed="rId5"/>
              <a:stretch>
                <a:fillRect/>
              </a:stretch>
            </p:blipFill>
            <p:spPr>
              <a:xfrm>
                <a:off x="2893276" y="1817302"/>
                <a:ext cx="3709080" cy="2448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74FF9540-F602-13D4-A5CD-42BF1C873F97}"/>
                  </a:ext>
                </a:extLst>
              </p14:cNvPr>
              <p14:cNvContentPartPr/>
              <p14:nvPr/>
            </p14:nvContentPartPr>
            <p14:xfrm>
              <a:off x="5294116" y="3308062"/>
              <a:ext cx="622440" cy="44640"/>
            </p14:xfrm>
          </p:contentPart>
        </mc:Choice>
        <mc:Fallback xmlns="">
          <p:pic>
            <p:nvPicPr>
              <p:cNvPr id="5" name="Ink 4">
                <a:extLst>
                  <a:ext uri="{FF2B5EF4-FFF2-40B4-BE49-F238E27FC236}">
                    <a16:creationId xmlns:a16="http://schemas.microsoft.com/office/drawing/2014/main" id="{74FF9540-F602-13D4-A5CD-42BF1C873F97}"/>
                  </a:ext>
                </a:extLst>
              </p:cNvPr>
              <p:cNvPicPr/>
              <p:nvPr/>
            </p:nvPicPr>
            <p:blipFill>
              <a:blip r:embed="rId7"/>
              <a:stretch>
                <a:fillRect/>
              </a:stretch>
            </p:blipFill>
            <p:spPr>
              <a:xfrm>
                <a:off x="5258116" y="3236422"/>
                <a:ext cx="694080" cy="188280"/>
              </a:xfrm>
              <a:prstGeom prst="rect">
                <a:avLst/>
              </a:prstGeom>
            </p:spPr>
          </p:pic>
        </mc:Fallback>
      </mc:AlternateContent>
      <p:sp>
        <p:nvSpPr>
          <p:cNvPr id="7" name="Date Placeholder 6">
            <a:extLst>
              <a:ext uri="{FF2B5EF4-FFF2-40B4-BE49-F238E27FC236}">
                <a16:creationId xmlns:a16="http://schemas.microsoft.com/office/drawing/2014/main" id="{ABB48311-5E9C-F856-D639-BEB516F6AFFE}"/>
              </a:ext>
            </a:extLst>
          </p:cNvPr>
          <p:cNvSpPr>
            <a:spLocks noGrp="1"/>
          </p:cNvSpPr>
          <p:nvPr>
            <p:ph type="dt" sz="half" idx="10"/>
          </p:nvPr>
        </p:nvSpPr>
        <p:spPr/>
        <p:txBody>
          <a:bodyPr/>
          <a:lstStyle/>
          <a:p>
            <a:pPr>
              <a:defRPr/>
            </a:pPr>
            <a:fld id="{A2627720-24F5-47F8-A21B-9492768704E7}" type="datetime9">
              <a:rPr lang="en-US" smtClean="0"/>
              <a:t>10/25/2024 2:01:28 PM</a:t>
            </a:fld>
            <a:endParaRPr lang="en-CA" dirty="0"/>
          </a:p>
        </p:txBody>
      </p:sp>
      <p:sp>
        <p:nvSpPr>
          <p:cNvPr id="9" name="Slide Number Placeholder 8">
            <a:extLst>
              <a:ext uri="{FF2B5EF4-FFF2-40B4-BE49-F238E27FC236}">
                <a16:creationId xmlns:a16="http://schemas.microsoft.com/office/drawing/2014/main" id="{B8BCC8F1-9AEA-50A0-A088-40FFE9D13321}"/>
              </a:ext>
            </a:extLst>
          </p:cNvPr>
          <p:cNvSpPr>
            <a:spLocks noGrp="1"/>
          </p:cNvSpPr>
          <p:nvPr>
            <p:ph type="sldNum" sz="quarter" idx="12"/>
          </p:nvPr>
        </p:nvSpPr>
        <p:spPr/>
        <p:txBody>
          <a:bodyPr/>
          <a:lstStyle/>
          <a:p>
            <a:pPr>
              <a:defRPr/>
            </a:pPr>
            <a:fld id="{18598880-23BB-4E77-BAE4-1716EE602DAD}" type="slidenum">
              <a:rPr lang="en-CA" smtClean="0"/>
              <a:pPr>
                <a:defRPr/>
              </a:pPr>
              <a:t>22</a:t>
            </a:fld>
            <a:endParaRPr lang="en-CA" dirty="0"/>
          </a:p>
        </p:txBody>
      </p:sp>
    </p:spTree>
    <p:extLst>
      <p:ext uri="{BB962C8B-B14F-4D97-AF65-F5344CB8AC3E}">
        <p14:creationId xmlns:p14="http://schemas.microsoft.com/office/powerpoint/2010/main" val="1465789304"/>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Modification of Density Profile</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pic>
        <p:nvPicPr>
          <p:cNvPr id="4" name="Picture 3">
            <a:extLst>
              <a:ext uri="{FF2B5EF4-FFF2-40B4-BE49-F238E27FC236}">
                <a16:creationId xmlns:a16="http://schemas.microsoft.com/office/drawing/2014/main" id="{1BD7797E-C2C4-10FB-4A30-D754F0085240}"/>
              </a:ext>
            </a:extLst>
          </p:cNvPr>
          <p:cNvPicPr>
            <a:picLocks noChangeAspect="1"/>
          </p:cNvPicPr>
          <p:nvPr/>
        </p:nvPicPr>
        <p:blipFill>
          <a:blip r:embed="rId3"/>
          <a:stretch>
            <a:fillRect/>
          </a:stretch>
        </p:blipFill>
        <p:spPr>
          <a:xfrm>
            <a:off x="1835696" y="858568"/>
            <a:ext cx="6194113" cy="5265316"/>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652C65F8-F919-2DAA-0CF8-9FA2E6AEA2D1}"/>
                  </a:ext>
                </a:extLst>
              </p14:cNvPr>
              <p14:cNvContentPartPr/>
              <p14:nvPr/>
            </p14:nvContentPartPr>
            <p14:xfrm>
              <a:off x="3662956" y="1388542"/>
              <a:ext cx="3029040" cy="3104640"/>
            </p14:xfrm>
          </p:contentPart>
        </mc:Choice>
        <mc:Fallback xmlns="">
          <p:pic>
            <p:nvPicPr>
              <p:cNvPr id="7" name="Ink 6">
                <a:extLst>
                  <a:ext uri="{FF2B5EF4-FFF2-40B4-BE49-F238E27FC236}">
                    <a16:creationId xmlns:a16="http://schemas.microsoft.com/office/drawing/2014/main" id="{652C65F8-F919-2DAA-0CF8-9FA2E6AEA2D1}"/>
                  </a:ext>
                </a:extLst>
              </p:cNvPr>
              <p:cNvPicPr/>
              <p:nvPr/>
            </p:nvPicPr>
            <p:blipFill>
              <a:blip r:embed="rId5"/>
              <a:stretch>
                <a:fillRect/>
              </a:stretch>
            </p:blipFill>
            <p:spPr>
              <a:xfrm>
                <a:off x="3627316" y="1316902"/>
                <a:ext cx="3100680" cy="3248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32AB67AF-E917-6D5E-053D-6AF689AFACDE}"/>
                  </a:ext>
                </a:extLst>
              </p14:cNvPr>
              <p14:cNvContentPartPr/>
              <p14:nvPr/>
            </p14:nvContentPartPr>
            <p14:xfrm>
              <a:off x="5170276" y="2072182"/>
              <a:ext cx="508680" cy="58680"/>
            </p14:xfrm>
          </p:contentPart>
        </mc:Choice>
        <mc:Fallback xmlns="">
          <p:pic>
            <p:nvPicPr>
              <p:cNvPr id="8" name="Ink 7">
                <a:extLst>
                  <a:ext uri="{FF2B5EF4-FFF2-40B4-BE49-F238E27FC236}">
                    <a16:creationId xmlns:a16="http://schemas.microsoft.com/office/drawing/2014/main" id="{32AB67AF-E917-6D5E-053D-6AF689AFACDE}"/>
                  </a:ext>
                </a:extLst>
              </p:cNvPr>
              <p:cNvPicPr/>
              <p:nvPr/>
            </p:nvPicPr>
            <p:blipFill>
              <a:blip r:embed="rId7"/>
              <a:stretch>
                <a:fillRect/>
              </a:stretch>
            </p:blipFill>
            <p:spPr>
              <a:xfrm>
                <a:off x="5134276" y="2000182"/>
                <a:ext cx="580320" cy="202320"/>
              </a:xfrm>
              <a:prstGeom prst="rect">
                <a:avLst/>
              </a:prstGeom>
            </p:spPr>
          </p:pic>
        </mc:Fallback>
      </mc:AlternateContent>
      <p:sp>
        <p:nvSpPr>
          <p:cNvPr id="9" name="Date Placeholder 8">
            <a:extLst>
              <a:ext uri="{FF2B5EF4-FFF2-40B4-BE49-F238E27FC236}">
                <a16:creationId xmlns:a16="http://schemas.microsoft.com/office/drawing/2014/main" id="{9BDC8A25-782F-8D57-38BB-E2E03F7A2D32}"/>
              </a:ext>
            </a:extLst>
          </p:cNvPr>
          <p:cNvSpPr>
            <a:spLocks noGrp="1"/>
          </p:cNvSpPr>
          <p:nvPr>
            <p:ph type="dt" sz="half" idx="10"/>
          </p:nvPr>
        </p:nvSpPr>
        <p:spPr/>
        <p:txBody>
          <a:bodyPr/>
          <a:lstStyle/>
          <a:p>
            <a:pPr>
              <a:defRPr/>
            </a:pPr>
            <a:fld id="{5B4901D7-FDF0-4728-BD76-8DF2710D6981}" type="datetime9">
              <a:rPr lang="en-US" smtClean="0"/>
              <a:t>10/25/2024 2:01:28 PM</a:t>
            </a:fld>
            <a:endParaRPr lang="en-CA" dirty="0"/>
          </a:p>
        </p:txBody>
      </p:sp>
      <p:sp>
        <p:nvSpPr>
          <p:cNvPr id="10" name="Slide Number Placeholder 9">
            <a:extLst>
              <a:ext uri="{FF2B5EF4-FFF2-40B4-BE49-F238E27FC236}">
                <a16:creationId xmlns:a16="http://schemas.microsoft.com/office/drawing/2014/main" id="{8D9141C9-D927-E566-5FEC-3B7AE8CED8FF}"/>
              </a:ext>
            </a:extLst>
          </p:cNvPr>
          <p:cNvSpPr>
            <a:spLocks noGrp="1"/>
          </p:cNvSpPr>
          <p:nvPr>
            <p:ph type="sldNum" sz="quarter" idx="12"/>
          </p:nvPr>
        </p:nvSpPr>
        <p:spPr/>
        <p:txBody>
          <a:bodyPr/>
          <a:lstStyle/>
          <a:p>
            <a:pPr>
              <a:defRPr/>
            </a:pPr>
            <a:fld id="{18598880-23BB-4E77-BAE4-1716EE602DAD}" type="slidenum">
              <a:rPr lang="en-CA" smtClean="0"/>
              <a:pPr>
                <a:defRPr/>
              </a:pPr>
              <a:t>23</a:t>
            </a:fld>
            <a:endParaRPr lang="en-CA" dirty="0"/>
          </a:p>
        </p:txBody>
      </p:sp>
    </p:spTree>
    <p:extLst>
      <p:ext uri="{BB962C8B-B14F-4D97-AF65-F5344CB8AC3E}">
        <p14:creationId xmlns:p14="http://schemas.microsoft.com/office/powerpoint/2010/main" val="2231419094"/>
      </p:ext>
    </p:extLst>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Mach Probe</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pic>
        <p:nvPicPr>
          <p:cNvPr id="3" name="Picture 2">
            <a:extLst>
              <a:ext uri="{FF2B5EF4-FFF2-40B4-BE49-F238E27FC236}">
                <a16:creationId xmlns:a16="http://schemas.microsoft.com/office/drawing/2014/main" id="{7A2B71A0-1D11-1F65-8F02-CE24DD8374AC}"/>
              </a:ext>
            </a:extLst>
          </p:cNvPr>
          <p:cNvPicPr>
            <a:picLocks noChangeAspect="1"/>
          </p:cNvPicPr>
          <p:nvPr/>
        </p:nvPicPr>
        <p:blipFill>
          <a:blip r:embed="rId3"/>
          <a:stretch>
            <a:fillRect/>
          </a:stretch>
        </p:blipFill>
        <p:spPr>
          <a:xfrm>
            <a:off x="2431096" y="1556792"/>
            <a:ext cx="4429743" cy="3172268"/>
          </a:xfrm>
          <a:prstGeom prst="rect">
            <a:avLst/>
          </a:prstGeom>
        </p:spPr>
      </p:pic>
      <p:sp>
        <p:nvSpPr>
          <p:cNvPr id="4" name="TextBox 3">
            <a:extLst>
              <a:ext uri="{FF2B5EF4-FFF2-40B4-BE49-F238E27FC236}">
                <a16:creationId xmlns:a16="http://schemas.microsoft.com/office/drawing/2014/main" id="{F3542535-6338-8D9E-B9F9-1934B5C9980F}"/>
              </a:ext>
            </a:extLst>
          </p:cNvPr>
          <p:cNvSpPr txBox="1"/>
          <p:nvPr/>
        </p:nvSpPr>
        <p:spPr>
          <a:xfrm>
            <a:off x="125506" y="887403"/>
            <a:ext cx="8892988" cy="584775"/>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Four-sided Mach probe</a:t>
            </a:r>
          </a:p>
        </p:txBody>
      </p:sp>
      <p:sp>
        <p:nvSpPr>
          <p:cNvPr id="5" name="Date Placeholder 4">
            <a:extLst>
              <a:ext uri="{FF2B5EF4-FFF2-40B4-BE49-F238E27FC236}">
                <a16:creationId xmlns:a16="http://schemas.microsoft.com/office/drawing/2014/main" id="{0CBFC240-7A90-0368-3D07-489FC2AD4E50}"/>
              </a:ext>
            </a:extLst>
          </p:cNvPr>
          <p:cNvSpPr>
            <a:spLocks noGrp="1"/>
          </p:cNvSpPr>
          <p:nvPr>
            <p:ph type="dt" sz="half" idx="10"/>
          </p:nvPr>
        </p:nvSpPr>
        <p:spPr/>
        <p:txBody>
          <a:bodyPr/>
          <a:lstStyle/>
          <a:p>
            <a:pPr>
              <a:defRPr/>
            </a:pPr>
            <a:fld id="{17E36001-D14C-4B11-8156-B26366C6864B}" type="datetime9">
              <a:rPr lang="en-US" smtClean="0"/>
              <a:t>10/25/2024 2:01:28 PM</a:t>
            </a:fld>
            <a:endParaRPr lang="en-CA" dirty="0"/>
          </a:p>
        </p:txBody>
      </p:sp>
      <p:sp>
        <p:nvSpPr>
          <p:cNvPr id="7" name="Slide Number Placeholder 6">
            <a:extLst>
              <a:ext uri="{FF2B5EF4-FFF2-40B4-BE49-F238E27FC236}">
                <a16:creationId xmlns:a16="http://schemas.microsoft.com/office/drawing/2014/main" id="{8D65D719-6830-B0AE-0053-0D9A096F838F}"/>
              </a:ext>
            </a:extLst>
          </p:cNvPr>
          <p:cNvSpPr>
            <a:spLocks noGrp="1"/>
          </p:cNvSpPr>
          <p:nvPr>
            <p:ph type="sldNum" sz="quarter" idx="12"/>
          </p:nvPr>
        </p:nvSpPr>
        <p:spPr/>
        <p:txBody>
          <a:bodyPr/>
          <a:lstStyle/>
          <a:p>
            <a:pPr>
              <a:defRPr/>
            </a:pPr>
            <a:fld id="{18598880-23BB-4E77-BAE4-1716EE602DAD}" type="slidenum">
              <a:rPr lang="en-CA" smtClean="0"/>
              <a:pPr>
                <a:defRPr/>
              </a:pPr>
              <a:t>24</a:t>
            </a:fld>
            <a:endParaRPr lang="en-CA" dirty="0"/>
          </a:p>
        </p:txBody>
      </p:sp>
    </p:spTree>
    <p:extLst>
      <p:ext uri="{BB962C8B-B14F-4D97-AF65-F5344CB8AC3E}">
        <p14:creationId xmlns:p14="http://schemas.microsoft.com/office/powerpoint/2010/main" val="2334308885"/>
      </p:ext>
    </p:extLst>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Toroidal Flow</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pic>
        <p:nvPicPr>
          <p:cNvPr id="5" name="Picture 4">
            <a:extLst>
              <a:ext uri="{FF2B5EF4-FFF2-40B4-BE49-F238E27FC236}">
                <a16:creationId xmlns:a16="http://schemas.microsoft.com/office/drawing/2014/main" id="{DD75D26C-F2B0-8F8E-723E-827945BF0FE6}"/>
              </a:ext>
            </a:extLst>
          </p:cNvPr>
          <p:cNvPicPr>
            <a:picLocks noChangeAspect="1"/>
          </p:cNvPicPr>
          <p:nvPr/>
        </p:nvPicPr>
        <p:blipFill>
          <a:blip r:embed="rId3"/>
          <a:stretch>
            <a:fillRect/>
          </a:stretch>
        </p:blipFill>
        <p:spPr>
          <a:xfrm>
            <a:off x="782706" y="692696"/>
            <a:ext cx="7578588" cy="5652208"/>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68653B9F-2DA1-DED7-F8B9-66E65539690A}"/>
                  </a:ext>
                </a:extLst>
              </p14:cNvPr>
              <p14:cNvContentPartPr/>
              <p14:nvPr/>
            </p14:nvContentPartPr>
            <p14:xfrm>
              <a:off x="2850436" y="1907302"/>
              <a:ext cx="1264680" cy="866520"/>
            </p14:xfrm>
          </p:contentPart>
        </mc:Choice>
        <mc:Fallback xmlns="">
          <p:pic>
            <p:nvPicPr>
              <p:cNvPr id="7" name="Ink 6">
                <a:extLst>
                  <a:ext uri="{FF2B5EF4-FFF2-40B4-BE49-F238E27FC236}">
                    <a16:creationId xmlns:a16="http://schemas.microsoft.com/office/drawing/2014/main" id="{68653B9F-2DA1-DED7-F8B9-66E65539690A}"/>
                  </a:ext>
                </a:extLst>
              </p:cNvPr>
              <p:cNvPicPr/>
              <p:nvPr/>
            </p:nvPicPr>
            <p:blipFill>
              <a:blip r:embed="rId5"/>
              <a:stretch>
                <a:fillRect/>
              </a:stretch>
            </p:blipFill>
            <p:spPr>
              <a:xfrm>
                <a:off x="2814436" y="1835302"/>
                <a:ext cx="1336320" cy="1010160"/>
              </a:xfrm>
              <a:prstGeom prst="rect">
                <a:avLst/>
              </a:prstGeom>
            </p:spPr>
          </p:pic>
        </mc:Fallback>
      </mc:AlternateContent>
      <p:sp>
        <p:nvSpPr>
          <p:cNvPr id="8" name="Date Placeholder 7">
            <a:extLst>
              <a:ext uri="{FF2B5EF4-FFF2-40B4-BE49-F238E27FC236}">
                <a16:creationId xmlns:a16="http://schemas.microsoft.com/office/drawing/2014/main" id="{C725715A-B376-0A09-D604-222F2DE2F147}"/>
              </a:ext>
            </a:extLst>
          </p:cNvPr>
          <p:cNvSpPr>
            <a:spLocks noGrp="1"/>
          </p:cNvSpPr>
          <p:nvPr>
            <p:ph type="dt" sz="half" idx="10"/>
          </p:nvPr>
        </p:nvSpPr>
        <p:spPr/>
        <p:txBody>
          <a:bodyPr/>
          <a:lstStyle/>
          <a:p>
            <a:pPr>
              <a:defRPr/>
            </a:pPr>
            <a:fld id="{A34505D6-19B2-4BB7-B1BB-9C8EDDCCFBDF}" type="datetime9">
              <a:rPr lang="en-US" smtClean="0"/>
              <a:t>10/25/2024 2:01:28 PM</a:t>
            </a:fld>
            <a:endParaRPr lang="en-CA" dirty="0"/>
          </a:p>
        </p:txBody>
      </p:sp>
      <p:sp>
        <p:nvSpPr>
          <p:cNvPr id="9" name="Slide Number Placeholder 8">
            <a:extLst>
              <a:ext uri="{FF2B5EF4-FFF2-40B4-BE49-F238E27FC236}">
                <a16:creationId xmlns:a16="http://schemas.microsoft.com/office/drawing/2014/main" id="{D97F932C-7FC6-B53B-D449-EB3FE41A0A9E}"/>
              </a:ext>
            </a:extLst>
          </p:cNvPr>
          <p:cNvSpPr>
            <a:spLocks noGrp="1"/>
          </p:cNvSpPr>
          <p:nvPr>
            <p:ph type="sldNum" sz="quarter" idx="12"/>
          </p:nvPr>
        </p:nvSpPr>
        <p:spPr/>
        <p:txBody>
          <a:bodyPr/>
          <a:lstStyle/>
          <a:p>
            <a:pPr>
              <a:defRPr/>
            </a:pPr>
            <a:fld id="{18598880-23BB-4E77-BAE4-1716EE602DAD}" type="slidenum">
              <a:rPr lang="en-CA" smtClean="0"/>
              <a:pPr>
                <a:defRPr/>
              </a:pPr>
              <a:t>25</a:t>
            </a:fld>
            <a:endParaRPr lang="en-CA" dirty="0"/>
          </a:p>
        </p:txBody>
      </p:sp>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41351AF1-64C7-907C-654A-DD4A4390A1CA}"/>
                  </a:ext>
                </a:extLst>
              </p14:cNvPr>
              <p14:cNvContentPartPr/>
              <p14:nvPr/>
            </p14:nvContentPartPr>
            <p14:xfrm>
              <a:off x="5100437" y="3343437"/>
              <a:ext cx="1336680" cy="815400"/>
            </p14:xfrm>
          </p:contentPart>
        </mc:Choice>
        <mc:Fallback xmlns="">
          <p:pic>
            <p:nvPicPr>
              <p:cNvPr id="10" name="Ink 9">
                <a:extLst>
                  <a:ext uri="{FF2B5EF4-FFF2-40B4-BE49-F238E27FC236}">
                    <a16:creationId xmlns:a16="http://schemas.microsoft.com/office/drawing/2014/main" id="{41351AF1-64C7-907C-654A-DD4A4390A1CA}"/>
                  </a:ext>
                </a:extLst>
              </p:cNvPr>
              <p:cNvPicPr/>
              <p:nvPr/>
            </p:nvPicPr>
            <p:blipFill>
              <a:blip r:embed="rId7"/>
              <a:stretch>
                <a:fillRect/>
              </a:stretch>
            </p:blipFill>
            <p:spPr>
              <a:xfrm>
                <a:off x="5064797" y="3271797"/>
                <a:ext cx="1408320" cy="959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 name="Ink 1">
                <a:extLst>
                  <a:ext uri="{FF2B5EF4-FFF2-40B4-BE49-F238E27FC236}">
                    <a16:creationId xmlns:a16="http://schemas.microsoft.com/office/drawing/2014/main" id="{00EBD57E-2781-E2CC-717A-74696F86B0D9}"/>
                  </a:ext>
                </a:extLst>
              </p14:cNvPr>
              <p14:cNvContentPartPr/>
              <p14:nvPr/>
            </p14:nvContentPartPr>
            <p14:xfrm>
              <a:off x="4805609" y="1977527"/>
              <a:ext cx="589320" cy="55080"/>
            </p14:xfrm>
          </p:contentPart>
        </mc:Choice>
        <mc:Fallback xmlns="">
          <p:pic>
            <p:nvPicPr>
              <p:cNvPr id="2" name="Ink 1">
                <a:extLst>
                  <a:ext uri="{FF2B5EF4-FFF2-40B4-BE49-F238E27FC236}">
                    <a16:creationId xmlns:a16="http://schemas.microsoft.com/office/drawing/2014/main" id="{00EBD57E-2781-E2CC-717A-74696F86B0D9}"/>
                  </a:ext>
                </a:extLst>
              </p:cNvPr>
              <p:cNvPicPr/>
              <p:nvPr/>
            </p:nvPicPr>
            <p:blipFill>
              <a:blip r:embed="rId9"/>
              <a:stretch>
                <a:fillRect/>
              </a:stretch>
            </p:blipFill>
            <p:spPr>
              <a:xfrm>
                <a:off x="4769609" y="1905887"/>
                <a:ext cx="66096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 name="Ink 2">
                <a:extLst>
                  <a:ext uri="{FF2B5EF4-FFF2-40B4-BE49-F238E27FC236}">
                    <a16:creationId xmlns:a16="http://schemas.microsoft.com/office/drawing/2014/main" id="{D94F3F69-862C-00CC-C43B-6242CFB58868}"/>
                  </a:ext>
                </a:extLst>
              </p14:cNvPr>
              <p14:cNvContentPartPr/>
              <p14:nvPr/>
            </p14:nvContentPartPr>
            <p14:xfrm>
              <a:off x="4790489" y="1267247"/>
              <a:ext cx="577080" cy="30240"/>
            </p14:xfrm>
          </p:contentPart>
        </mc:Choice>
        <mc:Fallback xmlns="">
          <p:pic>
            <p:nvPicPr>
              <p:cNvPr id="3" name="Ink 2">
                <a:extLst>
                  <a:ext uri="{FF2B5EF4-FFF2-40B4-BE49-F238E27FC236}">
                    <a16:creationId xmlns:a16="http://schemas.microsoft.com/office/drawing/2014/main" id="{D94F3F69-862C-00CC-C43B-6242CFB58868}"/>
                  </a:ext>
                </a:extLst>
              </p:cNvPr>
              <p:cNvPicPr/>
              <p:nvPr/>
            </p:nvPicPr>
            <p:blipFill>
              <a:blip r:embed="rId11"/>
              <a:stretch>
                <a:fillRect/>
              </a:stretch>
            </p:blipFill>
            <p:spPr>
              <a:xfrm>
                <a:off x="4754849" y="1195247"/>
                <a:ext cx="648720" cy="173880"/>
              </a:xfrm>
              <a:prstGeom prst="rect">
                <a:avLst/>
              </a:prstGeom>
            </p:spPr>
          </p:pic>
        </mc:Fallback>
      </mc:AlternateContent>
    </p:spTree>
    <p:extLst>
      <p:ext uri="{BB962C8B-B14F-4D97-AF65-F5344CB8AC3E}">
        <p14:creationId xmlns:p14="http://schemas.microsoft.com/office/powerpoint/2010/main" val="3793997462"/>
      </p:ext>
    </p:extLst>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Poloidal Flow</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pic>
        <p:nvPicPr>
          <p:cNvPr id="3" name="Picture 2">
            <a:extLst>
              <a:ext uri="{FF2B5EF4-FFF2-40B4-BE49-F238E27FC236}">
                <a16:creationId xmlns:a16="http://schemas.microsoft.com/office/drawing/2014/main" id="{B9180802-343C-7925-6F95-C0AA330DA80A}"/>
              </a:ext>
            </a:extLst>
          </p:cNvPr>
          <p:cNvPicPr>
            <a:picLocks noChangeAspect="1"/>
          </p:cNvPicPr>
          <p:nvPr/>
        </p:nvPicPr>
        <p:blipFill>
          <a:blip r:embed="rId3"/>
          <a:stretch>
            <a:fillRect/>
          </a:stretch>
        </p:blipFill>
        <p:spPr>
          <a:xfrm>
            <a:off x="1115616" y="745541"/>
            <a:ext cx="7491597" cy="6042638"/>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690CC370-08C9-1966-CF8C-F70F78D44318}"/>
                  </a:ext>
                </a:extLst>
              </p14:cNvPr>
              <p14:cNvContentPartPr/>
              <p14:nvPr/>
            </p14:nvContentPartPr>
            <p14:xfrm>
              <a:off x="4092076" y="1573582"/>
              <a:ext cx="2874600" cy="3322800"/>
            </p14:xfrm>
          </p:contentPart>
        </mc:Choice>
        <mc:Fallback xmlns="">
          <p:pic>
            <p:nvPicPr>
              <p:cNvPr id="4" name="Ink 3">
                <a:extLst>
                  <a:ext uri="{FF2B5EF4-FFF2-40B4-BE49-F238E27FC236}">
                    <a16:creationId xmlns:a16="http://schemas.microsoft.com/office/drawing/2014/main" id="{690CC370-08C9-1966-CF8C-F70F78D44318}"/>
                  </a:ext>
                </a:extLst>
              </p:cNvPr>
              <p:cNvPicPr/>
              <p:nvPr/>
            </p:nvPicPr>
            <p:blipFill>
              <a:blip r:embed="rId5"/>
              <a:stretch>
                <a:fillRect/>
              </a:stretch>
            </p:blipFill>
            <p:spPr>
              <a:xfrm>
                <a:off x="4056436" y="1501942"/>
                <a:ext cx="2946240" cy="3466440"/>
              </a:xfrm>
              <a:prstGeom prst="rect">
                <a:avLst/>
              </a:prstGeom>
            </p:spPr>
          </p:pic>
        </mc:Fallback>
      </mc:AlternateContent>
      <p:sp>
        <p:nvSpPr>
          <p:cNvPr id="8" name="Date Placeholder 7">
            <a:extLst>
              <a:ext uri="{FF2B5EF4-FFF2-40B4-BE49-F238E27FC236}">
                <a16:creationId xmlns:a16="http://schemas.microsoft.com/office/drawing/2014/main" id="{C792DCD1-EF3F-ADBC-C321-99A159AD2F7F}"/>
              </a:ext>
            </a:extLst>
          </p:cNvPr>
          <p:cNvSpPr>
            <a:spLocks noGrp="1"/>
          </p:cNvSpPr>
          <p:nvPr>
            <p:ph type="dt" sz="half" idx="10"/>
          </p:nvPr>
        </p:nvSpPr>
        <p:spPr/>
        <p:txBody>
          <a:bodyPr/>
          <a:lstStyle/>
          <a:p>
            <a:pPr>
              <a:defRPr/>
            </a:pPr>
            <a:fld id="{1BC4A1DC-D424-4BF9-88B1-6AB6A25864FC}" type="datetime9">
              <a:rPr lang="en-US" smtClean="0"/>
              <a:t>10/25/2024 2:01:28 PM</a:t>
            </a:fld>
            <a:endParaRPr lang="en-CA" dirty="0"/>
          </a:p>
        </p:txBody>
      </p:sp>
      <p:sp>
        <p:nvSpPr>
          <p:cNvPr id="9" name="Slide Number Placeholder 8">
            <a:extLst>
              <a:ext uri="{FF2B5EF4-FFF2-40B4-BE49-F238E27FC236}">
                <a16:creationId xmlns:a16="http://schemas.microsoft.com/office/drawing/2014/main" id="{1037508A-E1BD-5093-F92A-95E57A8D0FB4}"/>
              </a:ext>
            </a:extLst>
          </p:cNvPr>
          <p:cNvSpPr>
            <a:spLocks noGrp="1"/>
          </p:cNvSpPr>
          <p:nvPr>
            <p:ph type="sldNum" sz="quarter" idx="12"/>
          </p:nvPr>
        </p:nvSpPr>
        <p:spPr/>
        <p:txBody>
          <a:bodyPr/>
          <a:lstStyle/>
          <a:p>
            <a:pPr>
              <a:defRPr/>
            </a:pPr>
            <a:fld id="{18598880-23BB-4E77-BAE4-1716EE602DAD}" type="slidenum">
              <a:rPr lang="en-CA" smtClean="0"/>
              <a:pPr>
                <a:defRPr/>
              </a:pPr>
              <a:t>26</a:t>
            </a:fld>
            <a:endParaRPr lang="en-CA" dirty="0"/>
          </a:p>
        </p:txBody>
      </p: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B8D964EB-E230-C39D-67C0-BEF3C3F78E81}"/>
                  </a:ext>
                </a:extLst>
              </p14:cNvPr>
              <p14:cNvContentPartPr/>
              <p14:nvPr/>
            </p14:nvContentPartPr>
            <p14:xfrm>
              <a:off x="5496089" y="2360207"/>
              <a:ext cx="629280" cy="40320"/>
            </p14:xfrm>
          </p:contentPart>
        </mc:Choice>
        <mc:Fallback xmlns="">
          <p:pic>
            <p:nvPicPr>
              <p:cNvPr id="2" name="Ink 1">
                <a:extLst>
                  <a:ext uri="{FF2B5EF4-FFF2-40B4-BE49-F238E27FC236}">
                    <a16:creationId xmlns:a16="http://schemas.microsoft.com/office/drawing/2014/main" id="{B8D964EB-E230-C39D-67C0-BEF3C3F78E81}"/>
                  </a:ext>
                </a:extLst>
              </p:cNvPr>
              <p:cNvPicPr/>
              <p:nvPr/>
            </p:nvPicPr>
            <p:blipFill>
              <a:blip r:embed="rId7"/>
              <a:stretch>
                <a:fillRect/>
              </a:stretch>
            </p:blipFill>
            <p:spPr>
              <a:xfrm>
                <a:off x="5460089" y="2288567"/>
                <a:ext cx="700920" cy="183960"/>
              </a:xfrm>
              <a:prstGeom prst="rect">
                <a:avLst/>
              </a:prstGeom>
            </p:spPr>
          </p:pic>
        </mc:Fallback>
      </mc:AlternateContent>
    </p:spTree>
    <p:extLst>
      <p:ext uri="{BB962C8B-B14F-4D97-AF65-F5344CB8AC3E}">
        <p14:creationId xmlns:p14="http://schemas.microsoft.com/office/powerpoint/2010/main" val="34411308"/>
      </p:ext>
    </p:extLst>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1DD0-90BE-0DC5-D1D0-12880D12483A}"/>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63AEF310-4985-2837-9824-AD7C29AD15C6}"/>
              </a:ext>
            </a:extLst>
          </p:cNvPr>
          <p:cNvSpPr>
            <a:spLocks noGrp="1"/>
          </p:cNvSpPr>
          <p:nvPr>
            <p:ph type="title"/>
          </p:nvPr>
        </p:nvSpPr>
        <p:spPr>
          <a:xfrm>
            <a:off x="845234" y="219075"/>
            <a:ext cx="7803465" cy="833661"/>
          </a:xfrm>
        </p:spPr>
        <p:txBody>
          <a:bodyPr anchor="ctr" anchorCtr="0"/>
          <a:lstStyle/>
          <a:p>
            <a:pPr algn="ctr"/>
            <a:r>
              <a:rPr lang="en-US" sz="4000" dirty="0">
                <a:latin typeface="Calibri" panose="020F0502020204030204" pitchFamily="34" charset="0"/>
                <a:cs typeface="Calibri" panose="020F0502020204030204" pitchFamily="34" charset="0"/>
              </a:rPr>
              <a:t>Other </a:t>
            </a:r>
            <a:r>
              <a:rPr lang="en-US" dirty="0">
                <a:latin typeface="Calibri" panose="020F0502020204030204" pitchFamily="34" charset="0"/>
                <a:cs typeface="Calibri" panose="020F0502020204030204" pitchFamily="34" charset="0"/>
              </a:rPr>
              <a:t>B</a:t>
            </a:r>
            <a:r>
              <a:rPr lang="en-US" sz="4000" dirty="0">
                <a:latin typeface="Calibri" panose="020F0502020204030204" pitchFamily="34" charset="0"/>
                <a:cs typeface="Calibri" panose="020F0502020204030204" pitchFamily="34" charset="0"/>
              </a:rPr>
              <a:t>iasing Waveforms</a:t>
            </a:r>
          </a:p>
        </p:txBody>
      </p:sp>
      <p:sp>
        <p:nvSpPr>
          <p:cNvPr id="6" name="Footer Placeholder 5">
            <a:extLst>
              <a:ext uri="{FF2B5EF4-FFF2-40B4-BE49-F238E27FC236}">
                <a16:creationId xmlns:a16="http://schemas.microsoft.com/office/drawing/2014/main" id="{67E04E93-27B6-F25D-28D8-DD31FCD78719}"/>
              </a:ext>
            </a:extLst>
          </p:cNvPr>
          <p:cNvSpPr>
            <a:spLocks noGrp="1"/>
          </p:cNvSpPr>
          <p:nvPr>
            <p:ph type="ftr" sz="quarter" idx="11"/>
          </p:nvPr>
        </p:nvSpPr>
        <p:spPr/>
        <p:txBody>
          <a:bodyPr/>
          <a:lstStyle/>
          <a:p>
            <a:pPr>
              <a:defRPr/>
            </a:pPr>
            <a:r>
              <a:rPr lang="it-IT"/>
              <a:t>2024-10-31 SWIP</a:t>
            </a:r>
            <a:endParaRPr lang="en-CA" dirty="0"/>
          </a:p>
        </p:txBody>
      </p:sp>
      <p:pic>
        <p:nvPicPr>
          <p:cNvPr id="3" name="Content Placeholder 7" descr="Diagram&#10;&#10;Description automatically generated">
            <a:extLst>
              <a:ext uri="{FF2B5EF4-FFF2-40B4-BE49-F238E27FC236}">
                <a16:creationId xmlns:a16="http://schemas.microsoft.com/office/drawing/2014/main" id="{8CAD9401-22A9-7F9E-D021-94837B72E8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493126"/>
            <a:ext cx="6484993" cy="3220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a:extLst>
              <a:ext uri="{FF2B5EF4-FFF2-40B4-BE49-F238E27FC236}">
                <a16:creationId xmlns:a16="http://schemas.microsoft.com/office/drawing/2014/main" id="{C9AC3100-CA59-3D15-1791-3983A36498F4}"/>
              </a:ext>
            </a:extLst>
          </p:cNvPr>
          <p:cNvSpPr>
            <a:spLocks noGrp="1"/>
          </p:cNvSpPr>
          <p:nvPr>
            <p:ph sz="quarter" idx="1"/>
          </p:nvPr>
        </p:nvSpPr>
        <p:spPr>
          <a:xfrm>
            <a:off x="395536" y="980728"/>
            <a:ext cx="8424936" cy="1080120"/>
          </a:xfrm>
          <a:noFill/>
        </p:spPr>
        <p:txBody>
          <a:bodyPr/>
          <a:lstStyle/>
          <a:p>
            <a:r>
              <a:rPr lang="en-US" sz="2800" dirty="0">
                <a:latin typeface="Calibri" panose="020F0502020204030204" pitchFamily="34" charset="0"/>
                <a:ea typeface="Calibri" panose="020F0502020204030204" pitchFamily="34" charset="0"/>
                <a:cs typeface="Calibri" panose="020F0502020204030204" pitchFamily="34" charset="0"/>
              </a:rPr>
              <a:t>FPGA controlled H-bridge</a:t>
            </a:r>
          </a:p>
          <a:p>
            <a:r>
              <a:rPr lang="en-US" sz="2800" dirty="0">
                <a:latin typeface="Calibri" panose="020F0502020204030204" pitchFamily="34" charset="0"/>
                <a:ea typeface="Calibri" panose="020F0502020204030204" pitchFamily="34" charset="0"/>
                <a:cs typeface="Calibri" panose="020F0502020204030204" pitchFamily="34" charset="0"/>
              </a:rPr>
              <a:t>Programable bipolar pulses</a:t>
            </a:r>
          </a:p>
        </p:txBody>
      </p:sp>
      <p:sp>
        <p:nvSpPr>
          <p:cNvPr id="5" name="Date Placeholder 4">
            <a:extLst>
              <a:ext uri="{FF2B5EF4-FFF2-40B4-BE49-F238E27FC236}">
                <a16:creationId xmlns:a16="http://schemas.microsoft.com/office/drawing/2014/main" id="{8CB41587-67B5-93DB-6C61-FF263FBD6D3F}"/>
              </a:ext>
            </a:extLst>
          </p:cNvPr>
          <p:cNvSpPr>
            <a:spLocks noGrp="1"/>
          </p:cNvSpPr>
          <p:nvPr>
            <p:ph type="dt" sz="half" idx="10"/>
          </p:nvPr>
        </p:nvSpPr>
        <p:spPr/>
        <p:txBody>
          <a:bodyPr/>
          <a:lstStyle/>
          <a:p>
            <a:pPr>
              <a:defRPr/>
            </a:pPr>
            <a:fld id="{1273922D-F985-43DE-AE6D-B124BE5A0FCF}" type="datetime9">
              <a:rPr lang="en-US" smtClean="0"/>
              <a:t>10/25/2024 2:01:28 PM</a:t>
            </a:fld>
            <a:endParaRPr lang="en-CA" dirty="0"/>
          </a:p>
        </p:txBody>
      </p:sp>
      <p:sp>
        <p:nvSpPr>
          <p:cNvPr id="7" name="Slide Number Placeholder 6">
            <a:extLst>
              <a:ext uri="{FF2B5EF4-FFF2-40B4-BE49-F238E27FC236}">
                <a16:creationId xmlns:a16="http://schemas.microsoft.com/office/drawing/2014/main" id="{7750E683-C146-8E74-6CB9-27D860668C32}"/>
              </a:ext>
            </a:extLst>
          </p:cNvPr>
          <p:cNvSpPr>
            <a:spLocks noGrp="1"/>
          </p:cNvSpPr>
          <p:nvPr>
            <p:ph type="sldNum" sz="quarter" idx="12"/>
          </p:nvPr>
        </p:nvSpPr>
        <p:spPr/>
        <p:txBody>
          <a:bodyPr/>
          <a:lstStyle/>
          <a:p>
            <a:pPr>
              <a:defRPr/>
            </a:pPr>
            <a:fld id="{18598880-23BB-4E77-BAE4-1716EE602DAD}" type="slidenum">
              <a:rPr lang="en-CA" smtClean="0"/>
              <a:pPr>
                <a:defRPr/>
              </a:pPr>
              <a:t>27</a:t>
            </a:fld>
            <a:endParaRPr lang="en-CA" dirty="0"/>
          </a:p>
        </p:txBody>
      </p:sp>
    </p:spTree>
    <p:extLst>
      <p:ext uri="{BB962C8B-B14F-4D97-AF65-F5344CB8AC3E}">
        <p14:creationId xmlns:p14="http://schemas.microsoft.com/office/powerpoint/2010/main" val="1654291440"/>
      </p:ext>
    </p:extLst>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1DD0-90BE-0DC5-D1D0-12880D12483A}"/>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63AEF310-4985-2837-9824-AD7C29AD15C6}"/>
              </a:ext>
            </a:extLst>
          </p:cNvPr>
          <p:cNvSpPr>
            <a:spLocks noGrp="1"/>
          </p:cNvSpPr>
          <p:nvPr>
            <p:ph type="title"/>
          </p:nvPr>
        </p:nvSpPr>
        <p:spPr>
          <a:xfrm>
            <a:off x="845234" y="219075"/>
            <a:ext cx="7803465" cy="833661"/>
          </a:xfrm>
        </p:spPr>
        <p:txBody>
          <a:bodyPr anchor="ctr" anchorCtr="0"/>
          <a:lstStyle/>
          <a:p>
            <a:pPr algn="ctr"/>
            <a:r>
              <a:rPr lang="en-US" sz="4000" dirty="0">
                <a:latin typeface="Calibri" panose="020F0502020204030204" pitchFamily="34" charset="0"/>
                <a:cs typeface="Calibri" panose="020F0502020204030204" pitchFamily="34" charset="0"/>
              </a:rPr>
              <a:t>Bipolar Biasing</a:t>
            </a:r>
          </a:p>
        </p:txBody>
      </p:sp>
      <p:sp>
        <p:nvSpPr>
          <p:cNvPr id="6" name="Footer Placeholder 5">
            <a:extLst>
              <a:ext uri="{FF2B5EF4-FFF2-40B4-BE49-F238E27FC236}">
                <a16:creationId xmlns:a16="http://schemas.microsoft.com/office/drawing/2014/main" id="{67E04E93-27B6-F25D-28D8-DD31FCD78719}"/>
              </a:ext>
            </a:extLst>
          </p:cNvPr>
          <p:cNvSpPr>
            <a:spLocks noGrp="1"/>
          </p:cNvSpPr>
          <p:nvPr>
            <p:ph type="ftr" sz="quarter" idx="11"/>
          </p:nvPr>
        </p:nvSpPr>
        <p:spPr/>
        <p:txBody>
          <a:bodyPr/>
          <a:lstStyle/>
          <a:p>
            <a:pPr>
              <a:defRPr/>
            </a:pPr>
            <a:r>
              <a:rPr lang="it-IT"/>
              <a:t>2024-10-31 SWIP</a:t>
            </a:r>
            <a:endParaRPr lang="en-CA" dirty="0"/>
          </a:p>
        </p:txBody>
      </p:sp>
      <p:sp>
        <p:nvSpPr>
          <p:cNvPr id="4" name="Content Placeholder 3">
            <a:extLst>
              <a:ext uri="{FF2B5EF4-FFF2-40B4-BE49-F238E27FC236}">
                <a16:creationId xmlns:a16="http://schemas.microsoft.com/office/drawing/2014/main" id="{C9AC3100-CA59-3D15-1791-3983A36498F4}"/>
              </a:ext>
            </a:extLst>
          </p:cNvPr>
          <p:cNvSpPr>
            <a:spLocks noGrp="1"/>
          </p:cNvSpPr>
          <p:nvPr>
            <p:ph sz="quarter" idx="1"/>
          </p:nvPr>
        </p:nvSpPr>
        <p:spPr>
          <a:xfrm>
            <a:off x="395536" y="980728"/>
            <a:ext cx="8424936" cy="1080120"/>
          </a:xfrm>
          <a:noFill/>
        </p:spPr>
        <p:txBody>
          <a:bodyPr/>
          <a:lstStyle/>
          <a:p>
            <a:r>
              <a:rPr lang="en-US" sz="2800" dirty="0">
                <a:latin typeface="Calibri" panose="020F0502020204030204" pitchFamily="34" charset="0"/>
                <a:ea typeface="Calibri" panose="020F0502020204030204" pitchFamily="34" charset="0"/>
                <a:cs typeface="Calibri" panose="020F0502020204030204" pitchFamily="34" charset="0"/>
              </a:rPr>
              <a:t>Modified density</a:t>
            </a:r>
          </a:p>
          <a:p>
            <a:r>
              <a:rPr lang="en-US" sz="2800" dirty="0">
                <a:latin typeface="Calibri" panose="020F0502020204030204" pitchFamily="34" charset="0"/>
                <a:ea typeface="Calibri" panose="020F0502020204030204" pitchFamily="34" charset="0"/>
                <a:cs typeface="Calibri" panose="020F0502020204030204" pitchFamily="34" charset="0"/>
              </a:rPr>
              <a:t>Modified particle flux</a:t>
            </a:r>
          </a:p>
        </p:txBody>
      </p:sp>
      <p:pic>
        <p:nvPicPr>
          <p:cNvPr id="2" name="Picture 5">
            <a:extLst>
              <a:ext uri="{FF2B5EF4-FFF2-40B4-BE49-F238E27FC236}">
                <a16:creationId xmlns:a16="http://schemas.microsoft.com/office/drawing/2014/main" id="{EBFB7F20-E252-9025-76F9-B62A99B66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076" y="2132856"/>
            <a:ext cx="8455856" cy="4191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9D7F98D3-E93A-9EBA-94E6-0FE1321D610D}"/>
              </a:ext>
            </a:extLst>
          </p:cNvPr>
          <p:cNvSpPr>
            <a:spLocks noGrp="1"/>
          </p:cNvSpPr>
          <p:nvPr>
            <p:ph type="dt" sz="half" idx="10"/>
          </p:nvPr>
        </p:nvSpPr>
        <p:spPr/>
        <p:txBody>
          <a:bodyPr/>
          <a:lstStyle/>
          <a:p>
            <a:pPr>
              <a:defRPr/>
            </a:pPr>
            <a:fld id="{9F3E485E-F758-4202-807E-F658AA38C3C5}" type="datetime9">
              <a:rPr lang="en-US" smtClean="0"/>
              <a:t>10/25/2024 2:01:28 PM</a:t>
            </a:fld>
            <a:endParaRPr lang="en-CA" dirty="0"/>
          </a:p>
        </p:txBody>
      </p:sp>
      <p:sp>
        <p:nvSpPr>
          <p:cNvPr id="7" name="Slide Number Placeholder 6">
            <a:extLst>
              <a:ext uri="{FF2B5EF4-FFF2-40B4-BE49-F238E27FC236}">
                <a16:creationId xmlns:a16="http://schemas.microsoft.com/office/drawing/2014/main" id="{FE9A47E9-0546-654E-C024-21F0345FB277}"/>
              </a:ext>
            </a:extLst>
          </p:cNvPr>
          <p:cNvSpPr>
            <a:spLocks noGrp="1"/>
          </p:cNvSpPr>
          <p:nvPr>
            <p:ph type="sldNum" sz="quarter" idx="12"/>
          </p:nvPr>
        </p:nvSpPr>
        <p:spPr/>
        <p:txBody>
          <a:bodyPr/>
          <a:lstStyle/>
          <a:p>
            <a:pPr>
              <a:defRPr/>
            </a:pPr>
            <a:fld id="{18598880-23BB-4E77-BAE4-1716EE602DAD}" type="slidenum">
              <a:rPr lang="en-CA" smtClean="0"/>
              <a:pPr>
                <a:defRPr/>
              </a:pPr>
              <a:t>28</a:t>
            </a:fld>
            <a:endParaRPr lang="en-CA" dirty="0"/>
          </a:p>
        </p:txBody>
      </p:sp>
    </p:spTree>
    <p:extLst>
      <p:ext uri="{BB962C8B-B14F-4D97-AF65-F5344CB8AC3E}">
        <p14:creationId xmlns:p14="http://schemas.microsoft.com/office/powerpoint/2010/main" val="696289123"/>
      </p:ext>
    </p:extLst>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45234" y="219075"/>
            <a:ext cx="7803465" cy="833661"/>
          </a:xfrm>
        </p:spPr>
        <p:txBody>
          <a:bodyPr anchor="ctr" anchorCtr="0"/>
          <a:lstStyle/>
          <a:p>
            <a:pPr algn="ctr"/>
            <a:r>
              <a:rPr lang="en-US" dirty="0">
                <a:solidFill>
                  <a:schemeClr val="tx1"/>
                </a:solidFill>
              </a:rPr>
              <a:t>Outline</a:t>
            </a:r>
            <a:endParaRPr lang="en-CA" dirty="0">
              <a:solidFill>
                <a:schemeClr val="tx1"/>
              </a:solidFill>
            </a:endParaRPr>
          </a:p>
        </p:txBody>
      </p:sp>
      <p:sp>
        <p:nvSpPr>
          <p:cNvPr id="9220" name="Content Placeholder 3"/>
          <p:cNvSpPr>
            <a:spLocks noGrp="1"/>
          </p:cNvSpPr>
          <p:nvPr>
            <p:ph sz="quarter" idx="1"/>
          </p:nvPr>
        </p:nvSpPr>
        <p:spPr>
          <a:xfrm>
            <a:off x="395536" y="1196752"/>
            <a:ext cx="8469915" cy="5301580"/>
          </a:xfrm>
          <a:noFill/>
        </p:spPr>
        <p:txBody>
          <a:bodyPr/>
          <a:lstStyle/>
          <a:p>
            <a:r>
              <a:rPr lang="en-US" sz="2800" dirty="0">
                <a:latin typeface="Calibri" panose="020F0502020204030204" pitchFamily="34" charset="0"/>
                <a:cs typeface="Calibri" panose="020F0502020204030204" pitchFamily="34" charset="0"/>
              </a:rPr>
              <a:t>Transport and anomalous transport</a:t>
            </a:r>
          </a:p>
          <a:p>
            <a:r>
              <a:rPr lang="en-US" sz="2800" dirty="0">
                <a:latin typeface="Calibri" panose="020F0502020204030204" pitchFamily="34" charset="0"/>
                <a:cs typeface="Calibri" panose="020F0502020204030204" pitchFamily="34" charset="0"/>
              </a:rPr>
              <a:t>Biasing experiment on STOR-M</a:t>
            </a:r>
          </a:p>
          <a:p>
            <a:r>
              <a:rPr lang="en-US" sz="2800" dirty="0">
                <a:highlight>
                  <a:srgbClr val="FFFF00"/>
                </a:highlight>
                <a:latin typeface="Calibri" panose="020F0502020204030204" pitchFamily="34" charset="0"/>
                <a:cs typeface="Calibri" panose="020F0502020204030204" pitchFamily="34" charset="0"/>
              </a:rPr>
              <a:t>Conventional signal analyses (examples from STOR-M)</a:t>
            </a:r>
          </a:p>
          <a:p>
            <a:r>
              <a:rPr lang="en-US" sz="2800" dirty="0">
                <a:latin typeface="Calibri" panose="020F0502020204030204" pitchFamily="34" charset="0"/>
                <a:cs typeface="Calibri" panose="020F0502020204030204" pitchFamily="34" charset="0"/>
              </a:rPr>
              <a:t>Nonlinear signal analyses</a:t>
            </a:r>
          </a:p>
          <a:p>
            <a:pPr lvl="1"/>
            <a:r>
              <a:rPr lang="en-US" sz="2600" dirty="0">
                <a:latin typeface="Calibri" panose="020F0502020204030204" pitchFamily="34" charset="0"/>
                <a:cs typeface="Calibri" panose="020F0502020204030204" pitchFamily="34" charset="0"/>
              </a:rPr>
              <a:t>Algorithm </a:t>
            </a:r>
          </a:p>
          <a:p>
            <a:pPr lvl="1"/>
            <a:r>
              <a:rPr lang="en-US" sz="2600" dirty="0">
                <a:latin typeface="Calibri" panose="020F0502020204030204" pitchFamily="34" charset="0"/>
                <a:cs typeface="Calibri" panose="020F0502020204030204" pitchFamily="34" charset="0"/>
              </a:rPr>
              <a:t>Numerical Validation</a:t>
            </a:r>
          </a:p>
          <a:p>
            <a:pPr lvl="1"/>
            <a:r>
              <a:rPr lang="en-US" sz="2600" dirty="0">
                <a:latin typeface="Calibri" panose="020F0502020204030204" pitchFamily="34" charset="0"/>
                <a:cs typeface="Calibri" panose="020F0502020204030204" pitchFamily="34" charset="0"/>
              </a:rPr>
              <a:t>experiments on STOR-M </a:t>
            </a:r>
          </a:p>
          <a:p>
            <a:r>
              <a:rPr lang="en-US" sz="2800" dirty="0">
                <a:latin typeface="Calibri" panose="020F0502020204030204" pitchFamily="34" charset="0"/>
                <a:cs typeface="Calibri" panose="020F0502020204030204" pitchFamily="34" charset="0"/>
              </a:rPr>
              <a:t>Experiments on TJ-II</a:t>
            </a:r>
          </a:p>
          <a:p>
            <a:r>
              <a:rPr lang="en-US" sz="2800" dirty="0">
                <a:latin typeface="Calibri" panose="020F0502020204030204" pitchFamily="34" charset="0"/>
                <a:cs typeface="Calibri" panose="020F0502020204030204" pitchFamily="34" charset="0"/>
              </a:rPr>
              <a:t>Experiments on EAST</a:t>
            </a:r>
          </a:p>
          <a:p>
            <a:pPr lvl="1"/>
            <a:endParaRPr lang="en-US" sz="3200" dirty="0"/>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p:txBody>
          <a:bodyPr/>
          <a:lstStyle/>
          <a:p>
            <a:pPr>
              <a:defRPr/>
            </a:pPr>
            <a:r>
              <a:rPr lang="it-IT"/>
              <a:t>2024-10-31 SWIP</a:t>
            </a:r>
            <a:endParaRPr lang="en-CA" dirty="0"/>
          </a:p>
        </p:txBody>
      </p:sp>
      <p:sp>
        <p:nvSpPr>
          <p:cNvPr id="2" name="Date Placeholder 1">
            <a:extLst>
              <a:ext uri="{FF2B5EF4-FFF2-40B4-BE49-F238E27FC236}">
                <a16:creationId xmlns:a16="http://schemas.microsoft.com/office/drawing/2014/main" id="{EB1D7B6C-BD14-AF07-C7A5-63CC92DEEB6C}"/>
              </a:ext>
            </a:extLst>
          </p:cNvPr>
          <p:cNvSpPr>
            <a:spLocks noGrp="1"/>
          </p:cNvSpPr>
          <p:nvPr>
            <p:ph type="dt" sz="half" idx="10"/>
          </p:nvPr>
        </p:nvSpPr>
        <p:spPr/>
        <p:txBody>
          <a:bodyPr/>
          <a:lstStyle/>
          <a:p>
            <a:pPr>
              <a:defRPr/>
            </a:pPr>
            <a:fld id="{18BD2925-1989-4006-824C-B2850889AF2D}"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66232DFB-02E8-0B72-F760-08A788E054C0}"/>
              </a:ext>
            </a:extLst>
          </p:cNvPr>
          <p:cNvSpPr>
            <a:spLocks noGrp="1"/>
          </p:cNvSpPr>
          <p:nvPr>
            <p:ph type="sldNum" sz="quarter" idx="12"/>
          </p:nvPr>
        </p:nvSpPr>
        <p:spPr/>
        <p:txBody>
          <a:bodyPr/>
          <a:lstStyle/>
          <a:p>
            <a:pPr>
              <a:defRPr/>
            </a:pPr>
            <a:fld id="{18598880-23BB-4E77-BAE4-1716EE602DAD}" type="slidenum">
              <a:rPr lang="en-CA" smtClean="0"/>
              <a:pPr>
                <a:defRPr/>
              </a:pPr>
              <a:t>29</a:t>
            </a:fld>
            <a:endParaRPr lang="en-CA" dirty="0"/>
          </a:p>
        </p:txBody>
      </p:sp>
    </p:spTree>
    <p:extLst>
      <p:ext uri="{BB962C8B-B14F-4D97-AF65-F5344CB8AC3E}">
        <p14:creationId xmlns:p14="http://schemas.microsoft.com/office/powerpoint/2010/main" val="350653833"/>
      </p:ext>
    </p:extLst>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1DD0-90BE-0DC5-D1D0-12880D12483A}"/>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63AEF310-4985-2837-9824-AD7C29AD15C6}"/>
              </a:ext>
            </a:extLst>
          </p:cNvPr>
          <p:cNvSpPr>
            <a:spLocks noGrp="1"/>
          </p:cNvSpPr>
          <p:nvPr>
            <p:ph type="title"/>
          </p:nvPr>
        </p:nvSpPr>
        <p:spPr>
          <a:xfrm>
            <a:off x="845234" y="219075"/>
            <a:ext cx="7803465" cy="833661"/>
          </a:xfrm>
        </p:spPr>
        <p:txBody>
          <a:bodyPr anchor="ctr" anchorCtr="0"/>
          <a:lstStyle/>
          <a:p>
            <a:pPr algn="ctr"/>
            <a:r>
              <a:rPr lang="en-US" sz="4000" dirty="0">
                <a:latin typeface="Calibri" panose="020F0502020204030204" pitchFamily="34" charset="0"/>
                <a:cs typeface="Calibri" panose="020F0502020204030204" pitchFamily="34" charset="0"/>
              </a:rPr>
              <a:t>Conventional</a:t>
            </a:r>
            <a:r>
              <a:rPr lang="en-US" dirty="0">
                <a:latin typeface="Calibri" panose="020F0502020204030204" pitchFamily="34" charset="0"/>
                <a:cs typeface="Calibri" panose="020F0502020204030204" pitchFamily="34" charset="0"/>
              </a:rPr>
              <a:t> S</a:t>
            </a:r>
            <a:r>
              <a:rPr lang="en-US" sz="4000" dirty="0">
                <a:latin typeface="Calibri" panose="020F0502020204030204" pitchFamily="34" charset="0"/>
                <a:cs typeface="Calibri" panose="020F0502020204030204" pitchFamily="34" charset="0"/>
              </a:rPr>
              <a:t>ignal </a:t>
            </a:r>
            <a:r>
              <a:rPr lang="en-US" dirty="0">
                <a:latin typeface="Calibri" panose="020F0502020204030204" pitchFamily="34" charset="0"/>
                <a:cs typeface="Calibri" panose="020F0502020204030204" pitchFamily="34" charset="0"/>
              </a:rPr>
              <a:t>A</a:t>
            </a:r>
            <a:r>
              <a:rPr lang="en-US" sz="4000" dirty="0">
                <a:latin typeface="Calibri" panose="020F0502020204030204" pitchFamily="34" charset="0"/>
                <a:cs typeface="Calibri" panose="020F0502020204030204" pitchFamily="34" charset="0"/>
              </a:rPr>
              <a:t>nalyses</a:t>
            </a:r>
          </a:p>
        </p:txBody>
      </p:sp>
      <p:sp>
        <p:nvSpPr>
          <p:cNvPr id="9220" name="Content Placeholder 3">
            <a:extLst>
              <a:ext uri="{FF2B5EF4-FFF2-40B4-BE49-F238E27FC236}">
                <a16:creationId xmlns:a16="http://schemas.microsoft.com/office/drawing/2014/main" id="{E99050F2-3718-821B-0B86-EA067627B482}"/>
              </a:ext>
            </a:extLst>
          </p:cNvPr>
          <p:cNvSpPr>
            <a:spLocks noGrp="1"/>
          </p:cNvSpPr>
          <p:nvPr>
            <p:ph sz="quarter" idx="1"/>
          </p:nvPr>
        </p:nvSpPr>
        <p:spPr>
          <a:xfrm>
            <a:off x="251520" y="980728"/>
            <a:ext cx="8712968" cy="4752528"/>
          </a:xfrm>
          <a:noFill/>
        </p:spPr>
        <p:txBody>
          <a:bodyPr/>
          <a:lstStyle/>
          <a:p>
            <a:r>
              <a:rPr lang="en-US" sz="2800" dirty="0">
                <a:latin typeface="Calibri" panose="020F0502020204030204" pitchFamily="34" charset="0"/>
                <a:ea typeface="Calibri" panose="020F0502020204030204" pitchFamily="34" charset="0"/>
                <a:cs typeface="Calibri" panose="020F0502020204030204" pitchFamily="34" charset="0"/>
              </a:rPr>
              <a:t>Auto- and cross-correlation (time domain)</a:t>
            </a:r>
          </a:p>
          <a:p>
            <a:pPr lvl="1"/>
            <a:r>
              <a:rPr lang="en-US" sz="2800" dirty="0">
                <a:latin typeface="Calibri" panose="020F0502020204030204" pitchFamily="34" charset="0"/>
                <a:ea typeface="Calibri" panose="020F0502020204030204" pitchFamily="34" charset="0"/>
                <a:cs typeface="Calibri" panose="020F0502020204030204" pitchFamily="34" charset="0"/>
              </a:rPr>
              <a:t>Time scale and spatial spread of turbulence eddies</a:t>
            </a:r>
          </a:p>
          <a:p>
            <a:pPr lvl="1"/>
            <a:r>
              <a:rPr lang="en-US" sz="2800" dirty="0">
                <a:latin typeface="Calibri" panose="020F0502020204030204" pitchFamily="34" charset="0"/>
                <a:ea typeface="Calibri" panose="020F0502020204030204" pitchFamily="34" charset="0"/>
                <a:cs typeface="Calibri" panose="020F0502020204030204" pitchFamily="34" charset="0"/>
              </a:rPr>
              <a:t>Phase propagation direction and velocity</a:t>
            </a:r>
          </a:p>
          <a:p>
            <a:r>
              <a:rPr lang="en-US" sz="2800" dirty="0">
                <a:latin typeface="Calibri" panose="020F0502020204030204" pitchFamily="34" charset="0"/>
                <a:ea typeface="Calibri" panose="020F0502020204030204" pitchFamily="34" charset="0"/>
                <a:cs typeface="Calibri" panose="020F0502020204030204" pitchFamily="34" charset="0"/>
              </a:rPr>
              <a:t>FFT analyses (frequency domain) or wavelet</a:t>
            </a:r>
          </a:p>
          <a:p>
            <a:pPr lvl="1"/>
            <a:r>
              <a:rPr lang="en-US" sz="2800" dirty="0">
                <a:latin typeface="Calibri" panose="020F0502020204030204" pitchFamily="34" charset="0"/>
                <a:ea typeface="Calibri" panose="020F0502020204030204" pitchFamily="34" charset="0"/>
                <a:cs typeface="Calibri" panose="020F0502020204030204" pitchFamily="34" charset="0"/>
              </a:rPr>
              <a:t>Power spectra (magnitude only)</a:t>
            </a:r>
          </a:p>
          <a:p>
            <a:pPr lvl="1"/>
            <a:r>
              <a:rPr lang="en-US" sz="2800" dirty="0">
                <a:latin typeface="Calibri" panose="020F0502020204030204" pitchFamily="34" charset="0"/>
                <a:ea typeface="Calibri" panose="020F0502020204030204" pitchFamily="34" charset="0"/>
                <a:cs typeface="Calibri" panose="020F0502020204030204" pitchFamily="34" charset="0"/>
              </a:rPr>
              <a:t>Phase propagation  direction </a:t>
            </a:r>
          </a:p>
          <a:p>
            <a:pPr lvl="1"/>
            <a:r>
              <a:rPr lang="en-US" sz="2800" dirty="0">
                <a:latin typeface="Calibri" panose="020F0502020204030204" pitchFamily="34" charset="0"/>
                <a:ea typeface="Calibri" panose="020F0502020204030204" pitchFamily="34" charset="0"/>
                <a:cs typeface="Calibri" panose="020F0502020204030204" pitchFamily="34" charset="0"/>
              </a:rPr>
              <a:t>Coherence (strength only)</a:t>
            </a:r>
          </a:p>
          <a:p>
            <a:r>
              <a:rPr lang="en-US" sz="2800" dirty="0">
                <a:latin typeface="Calibri" panose="020F0502020204030204" pitchFamily="34" charset="0"/>
                <a:ea typeface="Calibri" panose="020F0502020204030204" pitchFamily="34" charset="0"/>
                <a:cs typeface="Calibri" panose="020F0502020204030204" pitchFamily="34" charset="0"/>
              </a:rPr>
              <a:t>Bicoherence </a:t>
            </a:r>
          </a:p>
          <a:p>
            <a:pPr lvl="1"/>
            <a:r>
              <a:rPr lang="en-US" sz="2800" dirty="0">
                <a:latin typeface="Calibri" panose="020F0502020204030204" pitchFamily="34" charset="0"/>
                <a:ea typeface="Calibri" panose="020F0502020204030204" pitchFamily="34" charset="0"/>
                <a:cs typeface="Calibri" panose="020F0502020204030204" pitchFamily="34" charset="0"/>
              </a:rPr>
              <a:t>Mode coupling strength (no directions)</a:t>
            </a:r>
          </a:p>
        </p:txBody>
      </p:sp>
      <p:sp>
        <p:nvSpPr>
          <p:cNvPr id="6" name="Footer Placeholder 5">
            <a:extLst>
              <a:ext uri="{FF2B5EF4-FFF2-40B4-BE49-F238E27FC236}">
                <a16:creationId xmlns:a16="http://schemas.microsoft.com/office/drawing/2014/main" id="{67E04E93-27B6-F25D-28D8-DD31FCD78719}"/>
              </a:ext>
            </a:extLst>
          </p:cNvPr>
          <p:cNvSpPr>
            <a:spLocks noGrp="1"/>
          </p:cNvSpPr>
          <p:nvPr>
            <p:ph type="ftr" sz="quarter" idx="11"/>
          </p:nvPr>
        </p:nvSpPr>
        <p:spPr/>
        <p:txBody>
          <a:bodyPr/>
          <a:lstStyle/>
          <a:p>
            <a:pPr>
              <a:defRPr/>
            </a:pPr>
            <a:r>
              <a:rPr lang="it-IT"/>
              <a:t>2024-10-31 SWIP</a:t>
            </a:r>
            <a:endParaRPr lang="en-CA" dirty="0"/>
          </a:p>
        </p:txBody>
      </p:sp>
      <p:sp>
        <p:nvSpPr>
          <p:cNvPr id="2" name="Date Placeholder 1">
            <a:extLst>
              <a:ext uri="{FF2B5EF4-FFF2-40B4-BE49-F238E27FC236}">
                <a16:creationId xmlns:a16="http://schemas.microsoft.com/office/drawing/2014/main" id="{B9705589-2B5B-3125-570E-0677E08879E3}"/>
              </a:ext>
            </a:extLst>
          </p:cNvPr>
          <p:cNvSpPr>
            <a:spLocks noGrp="1"/>
          </p:cNvSpPr>
          <p:nvPr>
            <p:ph type="dt" sz="half" idx="10"/>
          </p:nvPr>
        </p:nvSpPr>
        <p:spPr/>
        <p:txBody>
          <a:bodyPr/>
          <a:lstStyle/>
          <a:p>
            <a:pPr>
              <a:defRPr/>
            </a:pPr>
            <a:fld id="{45A65ED0-39A2-4F3E-8ABD-14042327FEE0}"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15283C7B-AA7C-0499-4729-130B40DFE359}"/>
              </a:ext>
            </a:extLst>
          </p:cNvPr>
          <p:cNvSpPr>
            <a:spLocks noGrp="1"/>
          </p:cNvSpPr>
          <p:nvPr>
            <p:ph type="sldNum" sz="quarter" idx="12"/>
          </p:nvPr>
        </p:nvSpPr>
        <p:spPr/>
        <p:txBody>
          <a:bodyPr/>
          <a:lstStyle/>
          <a:p>
            <a:pPr>
              <a:defRPr/>
            </a:pPr>
            <a:fld id="{18598880-23BB-4E77-BAE4-1716EE602DAD}" type="slidenum">
              <a:rPr lang="en-CA" smtClean="0"/>
              <a:pPr>
                <a:defRPr/>
              </a:pPr>
              <a:t>30</a:t>
            </a:fld>
            <a:endParaRPr lang="en-CA" dirty="0"/>
          </a:p>
        </p:txBody>
      </p:sp>
    </p:spTree>
    <p:extLst>
      <p:ext uri="{BB962C8B-B14F-4D97-AF65-F5344CB8AC3E}">
        <p14:creationId xmlns:p14="http://schemas.microsoft.com/office/powerpoint/2010/main" val="3782811919"/>
      </p:ext>
    </p:extLst>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Power Spectra of Fluctuations</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5" name="TextBox 4">
            <a:extLst>
              <a:ext uri="{FF2B5EF4-FFF2-40B4-BE49-F238E27FC236}">
                <a16:creationId xmlns:a16="http://schemas.microsoft.com/office/drawing/2014/main" id="{33F02759-4CA9-CD12-4CBD-96C942F6E2FB}"/>
              </a:ext>
            </a:extLst>
          </p:cNvPr>
          <p:cNvSpPr txBox="1"/>
          <p:nvPr/>
        </p:nvSpPr>
        <p:spPr>
          <a:xfrm>
            <a:off x="125506" y="908720"/>
            <a:ext cx="8892988" cy="584775"/>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FFT (DFT)</a:t>
            </a:r>
          </a:p>
        </p:txBody>
      </p:sp>
      <p:grpSp>
        <p:nvGrpSpPr>
          <p:cNvPr id="37" name="Group 36">
            <a:extLst>
              <a:ext uri="{FF2B5EF4-FFF2-40B4-BE49-F238E27FC236}">
                <a16:creationId xmlns:a16="http://schemas.microsoft.com/office/drawing/2014/main" id="{A392E258-7FAC-EFB8-2861-7CE0AED63E51}"/>
              </a:ext>
            </a:extLst>
          </p:cNvPr>
          <p:cNvGrpSpPr/>
          <p:nvPr/>
        </p:nvGrpSpPr>
        <p:grpSpPr>
          <a:xfrm>
            <a:off x="287524" y="1484784"/>
            <a:ext cx="4218590" cy="3427862"/>
            <a:chOff x="56166" y="1551013"/>
            <a:chExt cx="4424040" cy="3587753"/>
          </a:xfrm>
        </p:grpSpPr>
        <p:grpSp>
          <p:nvGrpSpPr>
            <p:cNvPr id="22" name="Group 21">
              <a:extLst>
                <a:ext uri="{FF2B5EF4-FFF2-40B4-BE49-F238E27FC236}">
                  <a16:creationId xmlns:a16="http://schemas.microsoft.com/office/drawing/2014/main" id="{4CB69B08-07DE-6203-0C5A-08D5DB005782}"/>
                </a:ext>
              </a:extLst>
            </p:cNvPr>
            <p:cNvGrpSpPr/>
            <p:nvPr/>
          </p:nvGrpSpPr>
          <p:grpSpPr>
            <a:xfrm>
              <a:off x="56166" y="1551013"/>
              <a:ext cx="4424040" cy="3587753"/>
              <a:chOff x="75416" y="1524553"/>
              <a:chExt cx="4424040" cy="3587753"/>
            </a:xfrm>
          </p:grpSpPr>
          <p:pic>
            <p:nvPicPr>
              <p:cNvPr id="13" name="Picture 12">
                <a:extLst>
                  <a:ext uri="{FF2B5EF4-FFF2-40B4-BE49-F238E27FC236}">
                    <a16:creationId xmlns:a16="http://schemas.microsoft.com/office/drawing/2014/main" id="{8E8BE011-71E6-FF4B-FD0B-20A3C3A5E829}"/>
                  </a:ext>
                </a:extLst>
              </p:cNvPr>
              <p:cNvPicPr>
                <a:picLocks noChangeAspect="1"/>
              </p:cNvPicPr>
              <p:nvPr/>
            </p:nvPicPr>
            <p:blipFill rotWithShape="1">
              <a:blip r:embed="rId3"/>
              <a:srcRect b="53284"/>
              <a:stretch/>
            </p:blipFill>
            <p:spPr>
              <a:xfrm>
                <a:off x="75417" y="1524553"/>
                <a:ext cx="4424039" cy="3200591"/>
              </a:xfrm>
              <a:prstGeom prst="rect">
                <a:avLst/>
              </a:prstGeom>
            </p:spPr>
          </p:pic>
          <p:pic>
            <p:nvPicPr>
              <p:cNvPr id="16" name="Picture 15">
                <a:extLst>
                  <a:ext uri="{FF2B5EF4-FFF2-40B4-BE49-F238E27FC236}">
                    <a16:creationId xmlns:a16="http://schemas.microsoft.com/office/drawing/2014/main" id="{23972A9B-2275-36CD-67A2-60FEBC0C930F}"/>
                  </a:ext>
                </a:extLst>
              </p:cNvPr>
              <p:cNvPicPr>
                <a:picLocks noChangeAspect="1"/>
              </p:cNvPicPr>
              <p:nvPr/>
            </p:nvPicPr>
            <p:blipFill rotWithShape="1">
              <a:blip r:embed="rId4"/>
              <a:srcRect r="3203"/>
              <a:stretch/>
            </p:blipFill>
            <p:spPr>
              <a:xfrm>
                <a:off x="794848" y="4400097"/>
                <a:ext cx="3276000" cy="712209"/>
              </a:xfrm>
              <a:prstGeom prst="rect">
                <a:avLst/>
              </a:prstGeom>
            </p:spPr>
          </p:pic>
          <p:sp>
            <p:nvSpPr>
              <p:cNvPr id="17" name="Rectangle 16">
                <a:extLst>
                  <a:ext uri="{FF2B5EF4-FFF2-40B4-BE49-F238E27FC236}">
                    <a16:creationId xmlns:a16="http://schemas.microsoft.com/office/drawing/2014/main" id="{43934C7A-D99F-60B4-6621-1F02E3D3E03C}"/>
                  </a:ext>
                </a:extLst>
              </p:cNvPr>
              <p:cNvSpPr/>
              <p:nvPr/>
            </p:nvSpPr>
            <p:spPr>
              <a:xfrm>
                <a:off x="3932047" y="4632603"/>
                <a:ext cx="567409" cy="4797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Rectangle 17">
                <a:extLst>
                  <a:ext uri="{FF2B5EF4-FFF2-40B4-BE49-F238E27FC236}">
                    <a16:creationId xmlns:a16="http://schemas.microsoft.com/office/drawing/2014/main" id="{CC802542-A03E-F84B-94F3-A998CD76B1B5}"/>
                  </a:ext>
                </a:extLst>
              </p:cNvPr>
              <p:cNvSpPr/>
              <p:nvPr/>
            </p:nvSpPr>
            <p:spPr>
              <a:xfrm>
                <a:off x="75416" y="4658037"/>
                <a:ext cx="719431" cy="454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cxnSp>
          <p:nvCxnSpPr>
            <p:cNvPr id="24" name="Straight Connector 23">
              <a:extLst>
                <a:ext uri="{FF2B5EF4-FFF2-40B4-BE49-F238E27FC236}">
                  <a16:creationId xmlns:a16="http://schemas.microsoft.com/office/drawing/2014/main" id="{DD2A4497-ED92-877D-2D7E-DA26B6519C0C}"/>
                </a:ext>
              </a:extLst>
            </p:cNvPr>
            <p:cNvCxnSpPr>
              <a:cxnSpLocks/>
            </p:cNvCxnSpPr>
            <p:nvPr/>
          </p:nvCxnSpPr>
          <p:spPr>
            <a:xfrm flipH="1" flipV="1">
              <a:off x="2915816" y="2996952"/>
              <a:ext cx="792088" cy="1133353"/>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3B18D12-2552-6FA0-2B31-CD648BB06FC6}"/>
                </a:ext>
              </a:extLst>
            </p:cNvPr>
            <p:cNvCxnSpPr>
              <a:cxnSpLocks/>
            </p:cNvCxnSpPr>
            <p:nvPr/>
          </p:nvCxnSpPr>
          <p:spPr>
            <a:xfrm flipH="1" flipV="1">
              <a:off x="1865696" y="2535195"/>
              <a:ext cx="1698192" cy="1028433"/>
            </a:xfrm>
            <a:prstGeom prst="line">
              <a:avLst/>
            </a:prstGeom>
            <a:ln w="31750"/>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51F2765B-BB02-949F-B696-D108DC608F65}"/>
              </a:ext>
            </a:extLst>
          </p:cNvPr>
          <p:cNvGrpSpPr/>
          <p:nvPr/>
        </p:nvGrpSpPr>
        <p:grpSpPr>
          <a:xfrm>
            <a:off x="4860032" y="1452231"/>
            <a:ext cx="4040820" cy="3493160"/>
            <a:chOff x="4707644" y="1376000"/>
            <a:chExt cx="4428751" cy="3636000"/>
          </a:xfrm>
        </p:grpSpPr>
        <p:pic>
          <p:nvPicPr>
            <p:cNvPr id="14" name="Picture 13">
              <a:extLst>
                <a:ext uri="{FF2B5EF4-FFF2-40B4-BE49-F238E27FC236}">
                  <a16:creationId xmlns:a16="http://schemas.microsoft.com/office/drawing/2014/main" id="{F9706586-A455-155F-0EED-D3D7474C2C9F}"/>
                </a:ext>
              </a:extLst>
            </p:cNvPr>
            <p:cNvPicPr>
              <a:picLocks noChangeAspect="1"/>
            </p:cNvPicPr>
            <p:nvPr/>
          </p:nvPicPr>
          <p:blipFill rotWithShape="1">
            <a:blip r:embed="rId3"/>
            <a:srcRect t="47770" b="-784"/>
            <a:stretch/>
          </p:blipFill>
          <p:spPr>
            <a:xfrm>
              <a:off x="4707644" y="1376000"/>
              <a:ext cx="4428751" cy="3636000"/>
            </a:xfrm>
            <a:prstGeom prst="rect">
              <a:avLst/>
            </a:prstGeom>
          </p:spPr>
        </p:pic>
        <p:cxnSp>
          <p:nvCxnSpPr>
            <p:cNvPr id="30" name="Straight Connector 29">
              <a:extLst>
                <a:ext uri="{FF2B5EF4-FFF2-40B4-BE49-F238E27FC236}">
                  <a16:creationId xmlns:a16="http://schemas.microsoft.com/office/drawing/2014/main" id="{4E38A611-1908-C09C-0D07-B6D48D8BD2C3}"/>
                </a:ext>
              </a:extLst>
            </p:cNvPr>
            <p:cNvCxnSpPr>
              <a:cxnSpLocks/>
            </p:cNvCxnSpPr>
            <p:nvPr/>
          </p:nvCxnSpPr>
          <p:spPr>
            <a:xfrm flipH="1" flipV="1">
              <a:off x="7668344" y="2103604"/>
              <a:ext cx="936104" cy="1757444"/>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7BD8C79-D5EC-E65B-6BFC-928D7E2EBA3D}"/>
                </a:ext>
              </a:extLst>
            </p:cNvPr>
            <p:cNvCxnSpPr>
              <a:cxnSpLocks/>
            </p:cNvCxnSpPr>
            <p:nvPr/>
          </p:nvCxnSpPr>
          <p:spPr>
            <a:xfrm flipH="1" flipV="1">
              <a:off x="6621158" y="1980153"/>
              <a:ext cx="1623250" cy="878722"/>
            </a:xfrm>
            <a:prstGeom prst="line">
              <a:avLst/>
            </a:prstGeom>
            <a:ln w="31750"/>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1929AF4B-D5C9-CA06-B74A-CB4E295F03BB}"/>
              </a:ext>
            </a:extLst>
          </p:cNvPr>
          <p:cNvSpPr txBox="1"/>
          <p:nvPr/>
        </p:nvSpPr>
        <p:spPr>
          <a:xfrm>
            <a:off x="593558" y="4983917"/>
            <a:ext cx="7821942" cy="954107"/>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Broad band</a:t>
            </a:r>
          </a:p>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Different slopes in low and high frequency ranges</a:t>
            </a:r>
          </a:p>
        </p:txBody>
      </p:sp>
      <p:sp>
        <p:nvSpPr>
          <p:cNvPr id="39" name="Date Placeholder 38">
            <a:extLst>
              <a:ext uri="{FF2B5EF4-FFF2-40B4-BE49-F238E27FC236}">
                <a16:creationId xmlns:a16="http://schemas.microsoft.com/office/drawing/2014/main" id="{D240ABA2-A865-47CC-8FF5-5A6CFD854A13}"/>
              </a:ext>
            </a:extLst>
          </p:cNvPr>
          <p:cNvSpPr>
            <a:spLocks noGrp="1"/>
          </p:cNvSpPr>
          <p:nvPr>
            <p:ph type="dt" sz="half" idx="10"/>
          </p:nvPr>
        </p:nvSpPr>
        <p:spPr/>
        <p:txBody>
          <a:bodyPr/>
          <a:lstStyle/>
          <a:p>
            <a:pPr>
              <a:defRPr/>
            </a:pPr>
            <a:fld id="{6BA010A8-0211-4C31-902A-F08329D0E837}" type="datetime9">
              <a:rPr lang="en-US" smtClean="0"/>
              <a:t>10/25/2024 2:01:28 PM</a:t>
            </a:fld>
            <a:endParaRPr lang="en-CA" dirty="0"/>
          </a:p>
        </p:txBody>
      </p:sp>
      <p:sp>
        <p:nvSpPr>
          <p:cNvPr id="40" name="Slide Number Placeholder 39">
            <a:extLst>
              <a:ext uri="{FF2B5EF4-FFF2-40B4-BE49-F238E27FC236}">
                <a16:creationId xmlns:a16="http://schemas.microsoft.com/office/drawing/2014/main" id="{8FE1B900-6096-1617-C346-DDB3C998B797}"/>
              </a:ext>
            </a:extLst>
          </p:cNvPr>
          <p:cNvSpPr>
            <a:spLocks noGrp="1"/>
          </p:cNvSpPr>
          <p:nvPr>
            <p:ph type="sldNum" sz="quarter" idx="12"/>
          </p:nvPr>
        </p:nvSpPr>
        <p:spPr/>
        <p:txBody>
          <a:bodyPr/>
          <a:lstStyle/>
          <a:p>
            <a:pPr>
              <a:defRPr/>
            </a:pPr>
            <a:fld id="{18598880-23BB-4E77-BAE4-1716EE602DAD}" type="slidenum">
              <a:rPr lang="en-CA" smtClean="0"/>
              <a:pPr>
                <a:defRPr/>
              </a:pPr>
              <a:t>31</a:t>
            </a:fld>
            <a:endParaRPr lang="en-CA" dirty="0"/>
          </a:p>
        </p:txBody>
      </p:sp>
    </p:spTree>
    <p:extLst>
      <p:ext uri="{BB962C8B-B14F-4D97-AF65-F5344CB8AC3E}">
        <p14:creationId xmlns:p14="http://schemas.microsoft.com/office/powerpoint/2010/main" val="2593096927"/>
      </p:ext>
    </p:extLst>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87524" y="52474"/>
            <a:ext cx="8568952" cy="806094"/>
          </a:xfrm>
        </p:spPr>
        <p:txBody>
          <a:bodyPr anchor="ctr" anchorCtr="0"/>
          <a:lstStyle/>
          <a:p>
            <a:pPr algn="ctr"/>
            <a:r>
              <a:rPr lang="en-US" sz="4400" dirty="0">
                <a:latin typeface="Calibri" panose="020F0502020204030204" pitchFamily="34" charset="0"/>
                <a:ea typeface="Calibri" panose="020F0502020204030204" pitchFamily="34" charset="0"/>
                <a:cs typeface="Calibri" panose="020F0502020204030204" pitchFamily="34" charset="0"/>
              </a:rPr>
              <a:t>Dispersion Relation</a:t>
            </a:r>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a:xfrm>
            <a:off x="683568" y="5981700"/>
            <a:ext cx="3962400" cy="457200"/>
          </a:xfrm>
        </p:spPr>
        <p:txBody>
          <a:bodyPr/>
          <a:lstStyle/>
          <a:p>
            <a:pPr>
              <a:defRPr/>
            </a:pPr>
            <a:r>
              <a:rPr lang="it-IT"/>
              <a:t>2024-10-31 SWIP</a:t>
            </a:r>
            <a:endParaRPr lang="en-CA" dirty="0"/>
          </a:p>
        </p:txBody>
      </p:sp>
      <p:sp>
        <p:nvSpPr>
          <p:cNvPr id="5" name="TextBox 4">
            <a:extLst>
              <a:ext uri="{FF2B5EF4-FFF2-40B4-BE49-F238E27FC236}">
                <a16:creationId xmlns:a16="http://schemas.microsoft.com/office/drawing/2014/main" id="{33F02759-4CA9-CD12-4CBD-96C942F6E2FB}"/>
              </a:ext>
            </a:extLst>
          </p:cNvPr>
          <p:cNvSpPr txBox="1"/>
          <p:nvPr/>
        </p:nvSpPr>
        <p:spPr>
          <a:xfrm>
            <a:off x="125506" y="908720"/>
            <a:ext cx="8892988" cy="954107"/>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Phase difference of </a:t>
            </a:r>
            <a:r>
              <a:rPr lang="en-US" sz="2800" dirty="0">
                <a:highlight>
                  <a:srgbClr val="FFFF00"/>
                </a:highlight>
                <a:latin typeface="Calibri" panose="020F0502020204030204" pitchFamily="34" charset="0"/>
                <a:ea typeface="Calibri" panose="020F0502020204030204" pitchFamily="34" charset="0"/>
                <a:cs typeface="Calibri" panose="020F0502020204030204" pitchFamily="34" charset="0"/>
              </a:rPr>
              <a:t>two probes </a:t>
            </a:r>
            <a:r>
              <a:rPr lang="en-US" sz="2800" dirty="0">
                <a:latin typeface="Calibri" panose="020F0502020204030204" pitchFamily="34" charset="0"/>
                <a:ea typeface="Calibri" panose="020F0502020204030204" pitchFamily="34" charset="0"/>
                <a:cs typeface="Calibri" panose="020F0502020204030204" pitchFamily="34" charset="0"/>
              </a:rPr>
              <a:t>separated in space (poloidal for the case below)</a:t>
            </a:r>
          </a:p>
        </p:txBody>
      </p:sp>
      <p:pic>
        <p:nvPicPr>
          <p:cNvPr id="4" name="Picture 3">
            <a:extLst>
              <a:ext uri="{FF2B5EF4-FFF2-40B4-BE49-F238E27FC236}">
                <a16:creationId xmlns:a16="http://schemas.microsoft.com/office/drawing/2014/main" id="{7822C731-31A9-8562-9480-23BA43BF8347}"/>
              </a:ext>
            </a:extLst>
          </p:cNvPr>
          <p:cNvPicPr>
            <a:picLocks/>
          </p:cNvPicPr>
          <p:nvPr/>
        </p:nvPicPr>
        <p:blipFill rotWithShape="1">
          <a:blip r:embed="rId3"/>
          <a:srcRect t="48298" b="784"/>
          <a:stretch/>
        </p:blipFill>
        <p:spPr>
          <a:xfrm>
            <a:off x="5076056" y="1862826"/>
            <a:ext cx="3664304" cy="3510389"/>
          </a:xfrm>
          <a:prstGeom prst="rect">
            <a:avLst/>
          </a:prstGeom>
        </p:spPr>
      </p:pic>
      <p:grpSp>
        <p:nvGrpSpPr>
          <p:cNvPr id="15" name="Group 14">
            <a:extLst>
              <a:ext uri="{FF2B5EF4-FFF2-40B4-BE49-F238E27FC236}">
                <a16:creationId xmlns:a16="http://schemas.microsoft.com/office/drawing/2014/main" id="{8829E483-47C7-C023-404F-28A91275CBA6}"/>
              </a:ext>
            </a:extLst>
          </p:cNvPr>
          <p:cNvGrpSpPr/>
          <p:nvPr/>
        </p:nvGrpSpPr>
        <p:grpSpPr>
          <a:xfrm>
            <a:off x="683568" y="1880080"/>
            <a:ext cx="4048920" cy="3558327"/>
            <a:chOff x="909213" y="-315416"/>
            <a:chExt cx="5009213" cy="3553545"/>
          </a:xfrm>
        </p:grpSpPr>
        <p:pic>
          <p:nvPicPr>
            <p:cNvPr id="3" name="Picture 2">
              <a:extLst>
                <a:ext uri="{FF2B5EF4-FFF2-40B4-BE49-F238E27FC236}">
                  <a16:creationId xmlns:a16="http://schemas.microsoft.com/office/drawing/2014/main" id="{A38FFA8E-8C15-3CD8-15FE-D556124988FC}"/>
                </a:ext>
              </a:extLst>
            </p:cNvPr>
            <p:cNvPicPr>
              <a:picLocks noChangeAspect="1"/>
            </p:cNvPicPr>
            <p:nvPr/>
          </p:nvPicPr>
          <p:blipFill rotWithShape="1">
            <a:blip r:embed="rId3"/>
            <a:srcRect b="49610"/>
            <a:stretch/>
          </p:blipFill>
          <p:spPr>
            <a:xfrm>
              <a:off x="909213" y="-315416"/>
              <a:ext cx="5009213" cy="3456000"/>
            </a:xfrm>
            <a:prstGeom prst="rect">
              <a:avLst/>
            </a:prstGeom>
          </p:spPr>
        </p:pic>
        <p:pic>
          <p:nvPicPr>
            <p:cNvPr id="10" name="Picture 9">
              <a:extLst>
                <a:ext uri="{FF2B5EF4-FFF2-40B4-BE49-F238E27FC236}">
                  <a16:creationId xmlns:a16="http://schemas.microsoft.com/office/drawing/2014/main" id="{E186A123-5CA2-1AC1-F69F-73DFBEEE1877}"/>
                </a:ext>
              </a:extLst>
            </p:cNvPr>
            <p:cNvPicPr>
              <a:picLocks noChangeAspect="1"/>
            </p:cNvPicPr>
            <p:nvPr/>
          </p:nvPicPr>
          <p:blipFill>
            <a:blip r:embed="rId4"/>
            <a:stretch>
              <a:fillRect/>
            </a:stretch>
          </p:blipFill>
          <p:spPr>
            <a:xfrm>
              <a:off x="1907704" y="2780929"/>
              <a:ext cx="3716211" cy="457200"/>
            </a:xfrm>
            <a:prstGeom prst="rect">
              <a:avLst/>
            </a:prstGeom>
          </p:spPr>
        </p:pic>
        <p:sp>
          <p:nvSpPr>
            <p:cNvPr id="11" name="Rectangle 10">
              <a:extLst>
                <a:ext uri="{FF2B5EF4-FFF2-40B4-BE49-F238E27FC236}">
                  <a16:creationId xmlns:a16="http://schemas.microsoft.com/office/drawing/2014/main" id="{792351D8-27F0-9277-53A3-20D8B1699424}"/>
                </a:ext>
              </a:extLst>
            </p:cNvPr>
            <p:cNvSpPr/>
            <p:nvPr/>
          </p:nvSpPr>
          <p:spPr>
            <a:xfrm>
              <a:off x="919312" y="3080880"/>
              <a:ext cx="1132407" cy="1572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7355228C-B198-8008-C2B3-214F589AB336}"/>
                </a:ext>
              </a:extLst>
            </p:cNvPr>
            <p:cNvSpPr/>
            <p:nvPr/>
          </p:nvSpPr>
          <p:spPr>
            <a:xfrm>
              <a:off x="5467130" y="3012595"/>
              <a:ext cx="451296" cy="2217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19" name="Date Placeholder 18">
            <a:extLst>
              <a:ext uri="{FF2B5EF4-FFF2-40B4-BE49-F238E27FC236}">
                <a16:creationId xmlns:a16="http://schemas.microsoft.com/office/drawing/2014/main" id="{A665AE6D-2E53-51F3-30A4-83C4BC14D517}"/>
              </a:ext>
            </a:extLst>
          </p:cNvPr>
          <p:cNvSpPr>
            <a:spLocks noGrp="1"/>
          </p:cNvSpPr>
          <p:nvPr>
            <p:ph type="dt" sz="half" idx="10"/>
          </p:nvPr>
        </p:nvSpPr>
        <p:spPr/>
        <p:txBody>
          <a:bodyPr/>
          <a:lstStyle/>
          <a:p>
            <a:pPr>
              <a:defRPr/>
            </a:pPr>
            <a:fld id="{6AB6CF74-F014-4038-A2E0-33ADF0191F98}" type="datetime9">
              <a:rPr lang="en-US" smtClean="0"/>
              <a:t>10/25/2024 2:01:28 PM</a:t>
            </a:fld>
            <a:endParaRPr lang="en-CA" dirty="0"/>
          </a:p>
        </p:txBody>
      </p:sp>
      <p:sp>
        <p:nvSpPr>
          <p:cNvPr id="20" name="Slide Number Placeholder 19">
            <a:extLst>
              <a:ext uri="{FF2B5EF4-FFF2-40B4-BE49-F238E27FC236}">
                <a16:creationId xmlns:a16="http://schemas.microsoft.com/office/drawing/2014/main" id="{691200B3-9E1F-BDBA-3680-9E8E3177CE6B}"/>
              </a:ext>
            </a:extLst>
          </p:cNvPr>
          <p:cNvSpPr>
            <a:spLocks noGrp="1"/>
          </p:cNvSpPr>
          <p:nvPr>
            <p:ph type="sldNum" sz="quarter" idx="12"/>
          </p:nvPr>
        </p:nvSpPr>
        <p:spPr/>
        <p:txBody>
          <a:bodyPr/>
          <a:lstStyle/>
          <a:p>
            <a:pPr>
              <a:defRPr/>
            </a:pPr>
            <a:fld id="{18598880-23BB-4E77-BAE4-1716EE602DAD}" type="slidenum">
              <a:rPr lang="en-CA" smtClean="0"/>
              <a:pPr>
                <a:defRPr/>
              </a:pPr>
              <a:t>32</a:t>
            </a:fld>
            <a:endParaRPr lang="en-CA" dirty="0"/>
          </a:p>
        </p:txBody>
      </p:sp>
    </p:spTree>
    <p:extLst>
      <p:ext uri="{BB962C8B-B14F-4D97-AF65-F5344CB8AC3E}">
        <p14:creationId xmlns:p14="http://schemas.microsoft.com/office/powerpoint/2010/main" val="390945971"/>
      </p:ext>
    </p:extLst>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45234" y="219075"/>
            <a:ext cx="7803465" cy="833661"/>
          </a:xfrm>
        </p:spPr>
        <p:txBody>
          <a:bodyPr anchor="ctr" anchorCtr="0"/>
          <a:lstStyle/>
          <a:p>
            <a:pPr algn="ctr"/>
            <a:r>
              <a:rPr lang="en-US" dirty="0">
                <a:solidFill>
                  <a:schemeClr val="tx1"/>
                </a:solidFill>
              </a:rPr>
              <a:t>Outline</a:t>
            </a:r>
            <a:endParaRPr lang="en-CA" dirty="0">
              <a:solidFill>
                <a:schemeClr val="tx1"/>
              </a:solidFill>
            </a:endParaRPr>
          </a:p>
        </p:txBody>
      </p:sp>
      <p:sp>
        <p:nvSpPr>
          <p:cNvPr id="9220" name="Content Placeholder 3"/>
          <p:cNvSpPr>
            <a:spLocks noGrp="1"/>
          </p:cNvSpPr>
          <p:nvPr>
            <p:ph sz="quarter" idx="1"/>
          </p:nvPr>
        </p:nvSpPr>
        <p:spPr>
          <a:xfrm>
            <a:off x="479434" y="1052736"/>
            <a:ext cx="8469915" cy="5301580"/>
          </a:xfrm>
          <a:noFill/>
        </p:spPr>
        <p:txBody>
          <a:bodyPr/>
          <a:lstStyle/>
          <a:p>
            <a:r>
              <a:rPr lang="en-US" sz="2800" dirty="0">
                <a:latin typeface="Calibri" panose="020F0502020204030204" pitchFamily="34" charset="0"/>
                <a:cs typeface="Calibri" panose="020F0502020204030204" pitchFamily="34" charset="0"/>
              </a:rPr>
              <a:t>Transport and anomalous transport</a:t>
            </a:r>
          </a:p>
          <a:p>
            <a:r>
              <a:rPr lang="en-US" sz="2800" dirty="0">
                <a:latin typeface="Calibri" panose="020F0502020204030204" pitchFamily="34" charset="0"/>
                <a:cs typeface="Calibri" panose="020F0502020204030204" pitchFamily="34" charset="0"/>
              </a:rPr>
              <a:t>Biasing experiment in STOR-M</a:t>
            </a:r>
          </a:p>
          <a:p>
            <a:r>
              <a:rPr lang="en-US" sz="2800" dirty="0">
                <a:latin typeface="Calibri" panose="020F0502020204030204" pitchFamily="34" charset="0"/>
                <a:cs typeface="Calibri" panose="020F0502020204030204" pitchFamily="34" charset="0"/>
              </a:rPr>
              <a:t>Conventional signal analyses (examples from STOR-M)</a:t>
            </a:r>
          </a:p>
          <a:p>
            <a:r>
              <a:rPr lang="en-US" sz="2800" dirty="0">
                <a:highlight>
                  <a:srgbClr val="FFFF00"/>
                </a:highlight>
                <a:latin typeface="Calibri" panose="020F0502020204030204" pitchFamily="34" charset="0"/>
                <a:cs typeface="Calibri" panose="020F0502020204030204" pitchFamily="34" charset="0"/>
              </a:rPr>
              <a:t>Nonlinear signal analyses</a:t>
            </a:r>
          </a:p>
          <a:p>
            <a:pPr lvl="1"/>
            <a:r>
              <a:rPr lang="en-US" sz="2600" dirty="0">
                <a:highlight>
                  <a:srgbClr val="FFFF00"/>
                </a:highlight>
                <a:latin typeface="Calibri" panose="020F0502020204030204" pitchFamily="34" charset="0"/>
                <a:cs typeface="Calibri" panose="020F0502020204030204" pitchFamily="34" charset="0"/>
              </a:rPr>
              <a:t>Algorithm </a:t>
            </a:r>
          </a:p>
          <a:p>
            <a:pPr lvl="1"/>
            <a:r>
              <a:rPr lang="en-US" sz="2600" dirty="0">
                <a:highlight>
                  <a:srgbClr val="FFFF00"/>
                </a:highlight>
                <a:latin typeface="Calibri" panose="020F0502020204030204" pitchFamily="34" charset="0"/>
                <a:cs typeface="Calibri" panose="020F0502020204030204" pitchFamily="34" charset="0"/>
              </a:rPr>
              <a:t>Numerical Validation</a:t>
            </a:r>
          </a:p>
          <a:p>
            <a:pPr lvl="1"/>
            <a:r>
              <a:rPr lang="en-US" sz="2600" dirty="0">
                <a:highlight>
                  <a:srgbClr val="FFFF00"/>
                </a:highlight>
                <a:latin typeface="Calibri" panose="020F0502020204030204" pitchFamily="34" charset="0"/>
                <a:cs typeface="Calibri" panose="020F0502020204030204" pitchFamily="34" charset="0"/>
              </a:rPr>
              <a:t>Experiments on STOR-M </a:t>
            </a:r>
          </a:p>
          <a:p>
            <a:r>
              <a:rPr lang="en-US" sz="2800" dirty="0">
                <a:latin typeface="Calibri" panose="020F0502020204030204" pitchFamily="34" charset="0"/>
                <a:cs typeface="Calibri" panose="020F0502020204030204" pitchFamily="34" charset="0"/>
              </a:rPr>
              <a:t>Experiments on TJ-II</a:t>
            </a:r>
          </a:p>
          <a:p>
            <a:r>
              <a:rPr lang="en-US" sz="2800" dirty="0">
                <a:latin typeface="Calibri" panose="020F0502020204030204" pitchFamily="34" charset="0"/>
                <a:cs typeface="Calibri" panose="020F0502020204030204" pitchFamily="34" charset="0"/>
              </a:rPr>
              <a:t>Experiments on EAST</a:t>
            </a:r>
          </a:p>
          <a:p>
            <a:r>
              <a:rPr lang="en-US" sz="2800" dirty="0">
                <a:latin typeface="Calibri" panose="020F0502020204030204" pitchFamily="34" charset="0"/>
                <a:cs typeface="Calibri" panose="020F0502020204030204" pitchFamily="34" charset="0"/>
              </a:rPr>
              <a:t>Other experiments?</a:t>
            </a:r>
          </a:p>
          <a:p>
            <a:pPr lvl="1"/>
            <a:endParaRPr lang="en-US" sz="3200" dirty="0"/>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p:txBody>
          <a:bodyPr/>
          <a:lstStyle/>
          <a:p>
            <a:pPr>
              <a:defRPr/>
            </a:pPr>
            <a:r>
              <a:rPr lang="it-IT"/>
              <a:t>2024-10-31 SWIP</a:t>
            </a:r>
            <a:endParaRPr lang="en-CA" dirty="0"/>
          </a:p>
        </p:txBody>
      </p:sp>
      <p:sp>
        <p:nvSpPr>
          <p:cNvPr id="2" name="Date Placeholder 1">
            <a:extLst>
              <a:ext uri="{FF2B5EF4-FFF2-40B4-BE49-F238E27FC236}">
                <a16:creationId xmlns:a16="http://schemas.microsoft.com/office/drawing/2014/main" id="{30E2D513-65D6-57B6-C7B8-4A387E326AF1}"/>
              </a:ext>
            </a:extLst>
          </p:cNvPr>
          <p:cNvSpPr>
            <a:spLocks noGrp="1"/>
          </p:cNvSpPr>
          <p:nvPr>
            <p:ph type="dt" sz="half" idx="10"/>
          </p:nvPr>
        </p:nvSpPr>
        <p:spPr/>
        <p:txBody>
          <a:bodyPr/>
          <a:lstStyle/>
          <a:p>
            <a:pPr>
              <a:defRPr/>
            </a:pPr>
            <a:fld id="{FE37B268-7094-41E2-B64A-0FB303523BED}"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FCB1DA9C-2907-D921-96FF-F80BB5DFCA52}"/>
              </a:ext>
            </a:extLst>
          </p:cNvPr>
          <p:cNvSpPr>
            <a:spLocks noGrp="1"/>
          </p:cNvSpPr>
          <p:nvPr>
            <p:ph type="sldNum" sz="quarter" idx="12"/>
          </p:nvPr>
        </p:nvSpPr>
        <p:spPr/>
        <p:txBody>
          <a:bodyPr/>
          <a:lstStyle/>
          <a:p>
            <a:pPr>
              <a:defRPr/>
            </a:pPr>
            <a:fld id="{18598880-23BB-4E77-BAE4-1716EE602DAD}" type="slidenum">
              <a:rPr lang="en-CA" smtClean="0"/>
              <a:pPr>
                <a:defRPr/>
              </a:pPr>
              <a:t>33</a:t>
            </a:fld>
            <a:endParaRPr lang="en-CA" dirty="0"/>
          </a:p>
        </p:txBody>
      </p:sp>
    </p:spTree>
    <p:extLst>
      <p:ext uri="{BB962C8B-B14F-4D97-AF65-F5344CB8AC3E}">
        <p14:creationId xmlns:p14="http://schemas.microsoft.com/office/powerpoint/2010/main" val="1919388125"/>
      </p:ext>
    </p:extLst>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78C06-0A14-7E19-1A31-E12237A42311}"/>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86364B66-792E-9E32-BC87-E2EBB2B46D1D}"/>
              </a:ext>
            </a:extLst>
          </p:cNvPr>
          <p:cNvSpPr>
            <a:spLocks noGrp="1"/>
          </p:cNvSpPr>
          <p:nvPr>
            <p:ph type="title"/>
          </p:nvPr>
        </p:nvSpPr>
        <p:spPr>
          <a:xfrm>
            <a:off x="845234" y="219075"/>
            <a:ext cx="7803465" cy="833661"/>
          </a:xfrm>
        </p:spPr>
        <p:txBody>
          <a:bodyPr anchor="ctr" anchorCtr="0"/>
          <a:lstStyle/>
          <a:p>
            <a:pPr algn="ctr"/>
            <a:r>
              <a:rPr lang="en-US" dirty="0">
                <a:solidFill>
                  <a:schemeClr val="tx1"/>
                </a:solidFill>
              </a:rPr>
              <a:t>Nonlinear Cross-Correlation</a:t>
            </a:r>
            <a:endParaRPr lang="en-CA" dirty="0">
              <a:solidFill>
                <a:schemeClr val="tx1"/>
              </a:solidFill>
            </a:endParaRPr>
          </a:p>
        </p:txBody>
      </p:sp>
      <p:sp>
        <p:nvSpPr>
          <p:cNvPr id="9220" name="Content Placeholder 3">
            <a:extLst>
              <a:ext uri="{FF2B5EF4-FFF2-40B4-BE49-F238E27FC236}">
                <a16:creationId xmlns:a16="http://schemas.microsoft.com/office/drawing/2014/main" id="{325AA1CE-5FF2-BF81-DB17-A1E975C072EA}"/>
              </a:ext>
            </a:extLst>
          </p:cNvPr>
          <p:cNvSpPr>
            <a:spLocks noGrp="1"/>
          </p:cNvSpPr>
          <p:nvPr>
            <p:ph sz="quarter" idx="1"/>
          </p:nvPr>
        </p:nvSpPr>
        <p:spPr>
          <a:xfrm>
            <a:off x="395537" y="1268760"/>
            <a:ext cx="8253162" cy="4941540"/>
          </a:xfrm>
          <a:noFill/>
        </p:spPr>
        <p:txBody>
          <a:bodyPr/>
          <a:lstStyle/>
          <a:p>
            <a:r>
              <a:rPr lang="en-US" sz="2800" dirty="0">
                <a:latin typeface="Calibri" panose="020F0502020204030204" pitchFamily="34" charset="0"/>
                <a:ea typeface="Calibri" panose="020F0502020204030204" pitchFamily="34" charset="0"/>
                <a:cs typeface="Calibri" panose="020F0502020204030204" pitchFamily="34" charset="0"/>
              </a:rPr>
              <a:t>Plasma is governed by nonlinear equations</a:t>
            </a:r>
          </a:p>
          <a:p>
            <a:r>
              <a:rPr lang="en-US" sz="2800" dirty="0">
                <a:latin typeface="Calibri" panose="020F0502020204030204" pitchFamily="34" charset="0"/>
                <a:ea typeface="Calibri" panose="020F0502020204030204" pitchFamily="34" charset="0"/>
                <a:cs typeface="Calibri" panose="020F0502020204030204" pitchFamily="34" charset="0"/>
              </a:rPr>
              <a:t>Solutions are not unique</a:t>
            </a:r>
          </a:p>
          <a:p>
            <a:r>
              <a:rPr lang="en-US" sz="2800" dirty="0">
                <a:latin typeface="Calibri" panose="020F0502020204030204" pitchFamily="34" charset="0"/>
                <a:ea typeface="Calibri" panose="020F0502020204030204" pitchFamily="34" charset="0"/>
                <a:cs typeface="Calibri" panose="020F0502020204030204" pitchFamily="34" charset="0"/>
              </a:rPr>
              <a:t>Solutions are sensitive to plasma parameters, initial/boundary conditions, perturbations</a:t>
            </a:r>
          </a:p>
          <a:p>
            <a:r>
              <a:rPr lang="en-US" sz="2800" dirty="0">
                <a:latin typeface="Calibri" panose="020F0502020204030204" pitchFamily="34" charset="0"/>
                <a:ea typeface="Calibri" panose="020F0502020204030204" pitchFamily="34" charset="0"/>
                <a:cs typeface="Calibri" panose="020F0502020204030204" pitchFamily="34" charset="0"/>
              </a:rPr>
              <a:t>Jumping between solutions (H-L-H transitions)</a:t>
            </a:r>
          </a:p>
          <a:p>
            <a:r>
              <a:rPr lang="en-US" sz="2800" dirty="0">
                <a:latin typeface="Calibri" panose="020F0502020204030204" pitchFamily="34" charset="0"/>
                <a:ea typeface="Calibri" panose="020F0502020204030204" pitchFamily="34" charset="0"/>
                <a:cs typeface="Calibri" panose="020F0502020204030204" pitchFamily="34" charset="0"/>
              </a:rPr>
              <a:t>Chaotic  or self-organized system</a:t>
            </a:r>
          </a:p>
          <a:p>
            <a:r>
              <a:rPr lang="en-US" sz="2800" dirty="0">
                <a:latin typeface="Calibri" panose="020F0502020204030204" pitchFamily="34" charset="0"/>
                <a:ea typeface="Calibri" panose="020F0502020204030204" pitchFamily="34" charset="0"/>
                <a:cs typeface="Calibri" panose="020F0502020204030204" pitchFamily="34" charset="0"/>
              </a:rPr>
              <a:t>A different method may be used to reveal turbulence energy propagation direction</a:t>
            </a:r>
            <a:endParaRPr lang="en-US" sz="3000" dirty="0">
              <a:latin typeface="Calibri" panose="020F0502020204030204" pitchFamily="34" charset="0"/>
              <a:ea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id="{14542F92-F723-7014-A8E8-97B055F62349}"/>
              </a:ext>
            </a:extLst>
          </p:cNvPr>
          <p:cNvSpPr>
            <a:spLocks noGrp="1"/>
          </p:cNvSpPr>
          <p:nvPr>
            <p:ph type="ftr" sz="quarter" idx="11"/>
          </p:nvPr>
        </p:nvSpPr>
        <p:spPr/>
        <p:txBody>
          <a:bodyPr/>
          <a:lstStyle/>
          <a:p>
            <a:pPr>
              <a:defRPr/>
            </a:pPr>
            <a:r>
              <a:rPr lang="it-IT"/>
              <a:t>2024-10-31 SWIP</a:t>
            </a:r>
            <a:endParaRPr lang="en-CA" dirty="0"/>
          </a:p>
        </p:txBody>
      </p:sp>
      <p:sp>
        <p:nvSpPr>
          <p:cNvPr id="2" name="Date Placeholder 1">
            <a:extLst>
              <a:ext uri="{FF2B5EF4-FFF2-40B4-BE49-F238E27FC236}">
                <a16:creationId xmlns:a16="http://schemas.microsoft.com/office/drawing/2014/main" id="{4F2BD162-3DB0-9678-8B4F-9C8F8026C848}"/>
              </a:ext>
            </a:extLst>
          </p:cNvPr>
          <p:cNvSpPr>
            <a:spLocks noGrp="1"/>
          </p:cNvSpPr>
          <p:nvPr>
            <p:ph type="dt" sz="half" idx="10"/>
          </p:nvPr>
        </p:nvSpPr>
        <p:spPr/>
        <p:txBody>
          <a:bodyPr/>
          <a:lstStyle/>
          <a:p>
            <a:pPr>
              <a:defRPr/>
            </a:pPr>
            <a:fld id="{4A2E0216-2237-4875-97C4-FB35D398A6BA}"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41FEE310-7921-7C84-05F4-1E29CFCFDEDA}"/>
              </a:ext>
            </a:extLst>
          </p:cNvPr>
          <p:cNvSpPr>
            <a:spLocks noGrp="1"/>
          </p:cNvSpPr>
          <p:nvPr>
            <p:ph type="sldNum" sz="quarter" idx="12"/>
          </p:nvPr>
        </p:nvSpPr>
        <p:spPr/>
        <p:txBody>
          <a:bodyPr/>
          <a:lstStyle/>
          <a:p>
            <a:pPr>
              <a:defRPr/>
            </a:pPr>
            <a:fld id="{18598880-23BB-4E77-BAE4-1716EE602DAD}" type="slidenum">
              <a:rPr lang="en-CA" smtClean="0"/>
              <a:pPr>
                <a:defRPr/>
              </a:pPr>
              <a:t>34</a:t>
            </a:fld>
            <a:endParaRPr lang="en-CA" dirty="0"/>
          </a:p>
        </p:txBody>
      </p:sp>
    </p:spTree>
    <p:extLst>
      <p:ext uri="{BB962C8B-B14F-4D97-AF65-F5344CB8AC3E}">
        <p14:creationId xmlns:p14="http://schemas.microsoft.com/office/powerpoint/2010/main" val="813186924"/>
      </p:ext>
    </p:extLst>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A72D3-E1F0-93EE-4300-87390CB4FEE2}"/>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9D81550B-5EB2-4D8A-5667-0F7385687C6F}"/>
              </a:ext>
            </a:extLst>
          </p:cNvPr>
          <p:cNvSpPr>
            <a:spLocks noGrp="1"/>
          </p:cNvSpPr>
          <p:nvPr>
            <p:ph type="title"/>
          </p:nvPr>
        </p:nvSpPr>
        <p:spPr>
          <a:xfrm>
            <a:off x="395536" y="219075"/>
            <a:ext cx="8253163" cy="833661"/>
          </a:xfrm>
        </p:spPr>
        <p:txBody>
          <a:bodyPr anchor="ctr" anchorCtr="0"/>
          <a:lstStyle/>
          <a:p>
            <a:pPr algn="ctr"/>
            <a:r>
              <a:rPr lang="en-US" sz="3600" dirty="0">
                <a:latin typeface="Calibri" panose="020F0502020204030204" pitchFamily="34" charset="0"/>
                <a:cs typeface="Calibri" panose="020F0502020204030204" pitchFamily="34" charset="0"/>
              </a:rPr>
              <a:t>Conditional nonlinear cross-correlation</a:t>
            </a:r>
          </a:p>
        </p:txBody>
      </p:sp>
      <p:sp>
        <p:nvSpPr>
          <p:cNvPr id="9220" name="Content Placeholder 3">
            <a:extLst>
              <a:ext uri="{FF2B5EF4-FFF2-40B4-BE49-F238E27FC236}">
                <a16:creationId xmlns:a16="http://schemas.microsoft.com/office/drawing/2014/main" id="{B31517B7-4A49-468D-F504-8A73E2547A3C}"/>
              </a:ext>
            </a:extLst>
          </p:cNvPr>
          <p:cNvSpPr>
            <a:spLocks noGrp="1"/>
          </p:cNvSpPr>
          <p:nvPr>
            <p:ph sz="quarter" idx="1"/>
          </p:nvPr>
        </p:nvSpPr>
        <p:spPr>
          <a:xfrm>
            <a:off x="146050" y="980728"/>
            <a:ext cx="8851899" cy="5210522"/>
          </a:xfrm>
          <a:noFill/>
        </p:spPr>
        <p:txBody>
          <a:bodyPr/>
          <a:lstStyle/>
          <a:p>
            <a:r>
              <a:rPr lang="en-US" sz="3200" dirty="0">
                <a:latin typeface="Calibri" panose="020F0502020204030204" pitchFamily="34" charset="0"/>
                <a:ea typeface="Calibri" panose="020F0502020204030204" pitchFamily="34" charset="0"/>
                <a:cs typeface="Calibri" panose="020F0502020204030204" pitchFamily="34" charset="0"/>
              </a:rPr>
              <a:t>Complex nonlinear (chaotic) systems (in multi-dimensional phase space)</a:t>
            </a:r>
          </a:p>
          <a:p>
            <a:pPr lvl="1"/>
            <a:r>
              <a:rPr lang="en-US" sz="2800" dirty="0">
                <a:latin typeface="Calibri" panose="020F0502020204030204" pitchFamily="34" charset="0"/>
                <a:ea typeface="Calibri" panose="020F0502020204030204" pitchFamily="34" charset="0"/>
                <a:cs typeface="Calibri" panose="020F0502020204030204" pitchFamily="34" charset="0"/>
              </a:rPr>
              <a:t>Self-Organized Critical (SOC) systems </a:t>
            </a:r>
          </a:p>
          <a:p>
            <a:pPr lvl="1"/>
            <a:r>
              <a:rPr lang="en-US" sz="2800" dirty="0">
                <a:latin typeface="Calibri" panose="020F0502020204030204" pitchFamily="34" charset="0"/>
                <a:ea typeface="Calibri" panose="020F0502020204030204" pitchFamily="34" charset="0"/>
                <a:cs typeface="Calibri" panose="020F0502020204030204" pitchFamily="34" charset="0"/>
              </a:rPr>
              <a:t>Bifurcation of chaotic systems and formation of attractors (L-H transition)</a:t>
            </a:r>
          </a:p>
          <a:p>
            <a:r>
              <a:rPr lang="en-US" sz="3200" dirty="0">
                <a:latin typeface="Calibri" panose="020F0502020204030204" pitchFamily="34" charset="0"/>
                <a:ea typeface="Calibri" panose="020F0502020204030204" pitchFamily="34" charset="0"/>
                <a:cs typeface="Calibri" panose="020F0502020204030204" pitchFamily="34" charset="0"/>
              </a:rPr>
              <a:t>Examples: </a:t>
            </a:r>
          </a:p>
          <a:p>
            <a:pPr lvl="1"/>
            <a:r>
              <a:rPr lang="en-US" sz="2800" dirty="0">
                <a:latin typeface="Calibri" panose="020F0502020204030204" pitchFamily="34" charset="0"/>
                <a:ea typeface="Calibri" panose="020F0502020204030204" pitchFamily="34" charset="0"/>
                <a:cs typeface="Calibri" panose="020F0502020204030204" pitchFamily="34" charset="0"/>
              </a:rPr>
              <a:t>Transfer Entropy (B.Ph. van Milligen, </a:t>
            </a:r>
            <a:r>
              <a:rPr lang="en-US" sz="2800" i="1" dirty="0">
                <a:latin typeface="Calibri" panose="020F0502020204030204" pitchFamily="34" charset="0"/>
                <a:ea typeface="Calibri" panose="020F0502020204030204" pitchFamily="34" charset="0"/>
                <a:cs typeface="Calibri" panose="020F0502020204030204" pitchFamily="34" charset="0"/>
              </a:rPr>
              <a:t>et al. </a:t>
            </a:r>
            <a:r>
              <a:rPr lang="it-IT" sz="2800" dirty="0">
                <a:latin typeface="Calibri" panose="020F0502020204030204" pitchFamily="34" charset="0"/>
                <a:ea typeface="Calibri" panose="020F0502020204030204" pitchFamily="34" charset="0"/>
                <a:cs typeface="Calibri" panose="020F0502020204030204" pitchFamily="34" charset="0"/>
              </a:rPr>
              <a:t>NF </a:t>
            </a:r>
            <a:r>
              <a:rPr lang="it-IT" sz="2800" b="1" dirty="0">
                <a:latin typeface="Calibri" panose="020F0502020204030204" pitchFamily="34" charset="0"/>
                <a:ea typeface="Calibri" panose="020F0502020204030204" pitchFamily="34" charset="0"/>
                <a:cs typeface="Calibri" panose="020F0502020204030204" pitchFamily="34" charset="0"/>
              </a:rPr>
              <a:t>54</a:t>
            </a:r>
            <a:r>
              <a:rPr lang="it-IT" sz="2800" dirty="0">
                <a:latin typeface="Calibri" panose="020F0502020204030204" pitchFamily="34" charset="0"/>
                <a:ea typeface="Calibri" panose="020F0502020204030204" pitchFamily="34" charset="0"/>
                <a:cs typeface="Calibri" panose="020F0502020204030204" pitchFamily="34" charset="0"/>
              </a:rPr>
              <a:t> (2014) 023011) - entropy (energy) transport direction</a:t>
            </a:r>
            <a:endParaRPr lang="en-US" sz="2800" dirty="0">
              <a:latin typeface="Calibri" panose="020F0502020204030204" pitchFamily="34" charset="0"/>
              <a:ea typeface="Calibri" panose="020F0502020204030204" pitchFamily="34" charset="0"/>
              <a:cs typeface="Calibri" panose="020F0502020204030204" pitchFamily="34" charset="0"/>
            </a:endParaRPr>
          </a:p>
          <a:p>
            <a:pPr lvl="1"/>
            <a:r>
              <a:rPr lang="en-US" sz="2800" dirty="0">
                <a:latin typeface="Calibri" panose="020F0502020204030204" pitchFamily="34" charset="0"/>
                <a:ea typeface="Calibri" panose="020F0502020204030204" pitchFamily="34" charset="0"/>
                <a:cs typeface="Calibri" panose="020F0502020204030204" pitchFamily="34" charset="0"/>
              </a:rPr>
              <a:t>Our algorithm (W. X. Ding, </a:t>
            </a:r>
            <a:r>
              <a:rPr lang="en-US" sz="2800" i="1" dirty="0">
                <a:latin typeface="Calibri" panose="020F0502020204030204" pitchFamily="34" charset="0"/>
                <a:ea typeface="Calibri" panose="020F0502020204030204" pitchFamily="34" charset="0"/>
                <a:cs typeface="Calibri" panose="020F0502020204030204" pitchFamily="34" charset="0"/>
              </a:rPr>
              <a:t>et al. </a:t>
            </a:r>
            <a:r>
              <a:rPr lang="en-US" sz="2800" dirty="0">
                <a:latin typeface="Calibri" panose="020F0502020204030204" pitchFamily="34" charset="0"/>
                <a:ea typeface="Calibri" panose="020F0502020204030204" pitchFamily="34" charset="0"/>
                <a:cs typeface="Calibri" panose="020F0502020204030204" pitchFamily="34" charset="0"/>
              </a:rPr>
              <a:t>PRL </a:t>
            </a:r>
            <a:r>
              <a:rPr lang="en-US" sz="2800" b="1" dirty="0">
                <a:latin typeface="Calibri" panose="020F0502020204030204" pitchFamily="34" charset="0"/>
                <a:ea typeface="Calibri" panose="020F0502020204030204" pitchFamily="34" charset="0"/>
                <a:cs typeface="Calibri" panose="020F0502020204030204" pitchFamily="34" charset="0"/>
              </a:rPr>
              <a:t>79 </a:t>
            </a:r>
            <a:r>
              <a:rPr lang="en-US" sz="2800" dirty="0">
                <a:latin typeface="Calibri" panose="020F0502020204030204" pitchFamily="34" charset="0"/>
                <a:ea typeface="Calibri" panose="020F0502020204030204" pitchFamily="34" charset="0"/>
                <a:cs typeface="Calibri" panose="020F0502020204030204" pitchFamily="34" charset="0"/>
              </a:rPr>
              <a:t>(1997) 2458)</a:t>
            </a:r>
          </a:p>
        </p:txBody>
      </p:sp>
      <p:sp>
        <p:nvSpPr>
          <p:cNvPr id="6" name="Footer Placeholder 5">
            <a:extLst>
              <a:ext uri="{FF2B5EF4-FFF2-40B4-BE49-F238E27FC236}">
                <a16:creationId xmlns:a16="http://schemas.microsoft.com/office/drawing/2014/main" id="{E155DDA0-234D-87F0-5BC6-18B7747F35EA}"/>
              </a:ext>
            </a:extLst>
          </p:cNvPr>
          <p:cNvSpPr>
            <a:spLocks noGrp="1"/>
          </p:cNvSpPr>
          <p:nvPr>
            <p:ph type="ftr" sz="quarter" idx="11"/>
          </p:nvPr>
        </p:nvSpPr>
        <p:spPr/>
        <p:txBody>
          <a:bodyPr/>
          <a:lstStyle/>
          <a:p>
            <a:pPr>
              <a:defRPr/>
            </a:pPr>
            <a:r>
              <a:rPr lang="it-IT"/>
              <a:t>2024-10-31 SWIP</a:t>
            </a:r>
            <a:endParaRPr lang="en-CA" dirty="0"/>
          </a:p>
        </p:txBody>
      </p:sp>
      <p:sp>
        <p:nvSpPr>
          <p:cNvPr id="2" name="Date Placeholder 1">
            <a:extLst>
              <a:ext uri="{FF2B5EF4-FFF2-40B4-BE49-F238E27FC236}">
                <a16:creationId xmlns:a16="http://schemas.microsoft.com/office/drawing/2014/main" id="{F6F08FA1-E810-92E1-2317-00796667C78B}"/>
              </a:ext>
            </a:extLst>
          </p:cNvPr>
          <p:cNvSpPr>
            <a:spLocks noGrp="1"/>
          </p:cNvSpPr>
          <p:nvPr>
            <p:ph type="dt" sz="half" idx="10"/>
          </p:nvPr>
        </p:nvSpPr>
        <p:spPr/>
        <p:txBody>
          <a:bodyPr/>
          <a:lstStyle/>
          <a:p>
            <a:pPr>
              <a:defRPr/>
            </a:pPr>
            <a:fld id="{7CFA9703-CADD-410A-BEA1-69A252B50512}"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6E3B37E2-E913-B5C7-11E4-38DE92F26369}"/>
              </a:ext>
            </a:extLst>
          </p:cNvPr>
          <p:cNvSpPr>
            <a:spLocks noGrp="1"/>
          </p:cNvSpPr>
          <p:nvPr>
            <p:ph type="sldNum" sz="quarter" idx="12"/>
          </p:nvPr>
        </p:nvSpPr>
        <p:spPr/>
        <p:txBody>
          <a:bodyPr/>
          <a:lstStyle/>
          <a:p>
            <a:pPr>
              <a:defRPr/>
            </a:pPr>
            <a:fld id="{18598880-23BB-4E77-BAE4-1716EE602DAD}" type="slidenum">
              <a:rPr lang="en-CA" smtClean="0"/>
              <a:pPr>
                <a:defRPr/>
              </a:pPr>
              <a:t>35</a:t>
            </a:fld>
            <a:endParaRPr lang="en-CA" dirty="0"/>
          </a:p>
        </p:txBody>
      </p:sp>
    </p:spTree>
    <p:extLst>
      <p:ext uri="{BB962C8B-B14F-4D97-AF65-F5344CB8AC3E}">
        <p14:creationId xmlns:p14="http://schemas.microsoft.com/office/powerpoint/2010/main" val="3596373240"/>
      </p:ext>
    </p:extLst>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DA2E1-8B3F-CD33-6A14-1DBA1F31CF14}"/>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FE4228B5-9848-7F7D-B68C-E55EB0776AC8}"/>
              </a:ext>
            </a:extLst>
          </p:cNvPr>
          <p:cNvSpPr>
            <a:spLocks noGrp="1"/>
          </p:cNvSpPr>
          <p:nvPr>
            <p:ph type="title"/>
          </p:nvPr>
        </p:nvSpPr>
        <p:spPr>
          <a:xfrm>
            <a:off x="395536" y="219075"/>
            <a:ext cx="8253163" cy="833661"/>
          </a:xfrm>
        </p:spPr>
        <p:txBody>
          <a:bodyPr anchor="ctr" anchorCtr="0"/>
          <a:lstStyle/>
          <a:p>
            <a:pPr algn="ctr"/>
            <a:r>
              <a:rPr lang="en-US" sz="3600" dirty="0"/>
              <a:t>Algorithm</a:t>
            </a:r>
          </a:p>
        </p:txBody>
      </p:sp>
      <mc:AlternateContent xmlns:mc="http://schemas.openxmlformats.org/markup-compatibility/2006" xmlns:a14="http://schemas.microsoft.com/office/drawing/2010/main">
        <mc:Choice Requires="a14">
          <p:sp>
            <p:nvSpPr>
              <p:cNvPr id="9220" name="Content Placeholder 3">
                <a:extLst>
                  <a:ext uri="{FF2B5EF4-FFF2-40B4-BE49-F238E27FC236}">
                    <a16:creationId xmlns:a16="http://schemas.microsoft.com/office/drawing/2014/main" id="{F4B0E26B-D902-F16F-3D60-4E14AFF356F4}"/>
                  </a:ext>
                </a:extLst>
              </p:cNvPr>
              <p:cNvSpPr>
                <a:spLocks noGrp="1"/>
              </p:cNvSpPr>
              <p:nvPr>
                <p:ph sz="quarter" idx="1"/>
              </p:nvPr>
            </p:nvSpPr>
            <p:spPr>
              <a:xfrm>
                <a:off x="251521" y="836712"/>
                <a:ext cx="8746430" cy="5616624"/>
              </a:xfrm>
              <a:noFill/>
            </p:spPr>
            <p:txBody>
              <a:bodyPr/>
              <a:lstStyle/>
              <a:p>
                <a:r>
                  <a:rPr lang="en-US" sz="2800" dirty="0">
                    <a:latin typeface="Calibri" panose="020F0502020204030204" pitchFamily="34" charset="0"/>
                    <a:cs typeface="Calibri" panose="020F0502020204030204" pitchFamily="34" charset="0"/>
                  </a:rPr>
                  <a:t>Time series of two signals </a:t>
                </a:r>
                <a14:m>
                  <m:oMath xmlns:m="http://schemas.openxmlformats.org/officeDocument/2006/math">
                    <m:sSubSup>
                      <m:sSubSupPr>
                        <m:ctrlPr>
                          <a:rPr lang="en-CA" sz="2800" i="1" smtClean="0">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CA" sz="28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US" sz="2800" b="0" i="1" smtClean="0">
                            <a:effectLst/>
                            <a:latin typeface="Cambria Math" panose="02040503050406030204" pitchFamily="18" charset="0"/>
                            <a:ea typeface="DengXian" panose="02010600030101010101" pitchFamily="2" charset="-122"/>
                            <a:cs typeface="Times New Roman" panose="02020603050405020304" pitchFamily="18" charset="0"/>
                          </a:rPr>
                          <m:t>𝑘</m:t>
                        </m:r>
                      </m:sub>
                      <m:sup/>
                    </m:sSubSup>
                  </m:oMath>
                </a14:m>
                <a:r>
                  <a:rPr lang="en-CA" sz="2800" dirty="0">
                    <a:effectLst/>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sSubSup>
                      <m:sSubSupPr>
                        <m:ctrlPr>
                          <a:rPr lang="en-CA" sz="28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CA" sz="2800" i="1">
                            <a:effectLst/>
                            <a:latin typeface="Cambria Math" panose="02040503050406030204" pitchFamily="18" charset="0"/>
                            <a:ea typeface="DengXian" panose="02010600030101010101" pitchFamily="2" charset="-122"/>
                            <a:cs typeface="Times New Roman" panose="02020603050405020304" pitchFamily="18" charset="0"/>
                          </a:rPr>
                          <m:t>𝑦</m:t>
                        </m:r>
                      </m:e>
                      <m:sub>
                        <m:r>
                          <a:rPr lang="en-US" sz="2800" b="0" i="1" smtClean="0">
                            <a:effectLst/>
                            <a:latin typeface="Cambria Math" panose="02040503050406030204" pitchFamily="18" charset="0"/>
                            <a:ea typeface="DengXian" panose="02010600030101010101" pitchFamily="2" charset="-122"/>
                            <a:cs typeface="Times New Roman" panose="02020603050405020304" pitchFamily="18" charset="0"/>
                          </a:rPr>
                          <m:t>𝑘</m:t>
                        </m:r>
                      </m:sub>
                      <m:sup/>
                    </m:sSubSup>
                  </m:oMath>
                </a14:m>
                <a:r>
                  <a:rPr lang="en-CA" sz="2800" dirty="0">
                    <a:effectLst/>
                    <a:latin typeface="Calibri" panose="020F0502020204030204" pitchFamily="34" charset="0"/>
                    <a:ea typeface="DengXian" panose="02010600030101010101" pitchFamily="2" charset="-122"/>
                    <a:cs typeface="Calibri" panose="020F0502020204030204" pitchFamily="34" charset="0"/>
                  </a:rPr>
                  <a:t>, (e.g., floating potentials of two radially separated </a:t>
                </a:r>
                <a:r>
                  <a:rPr lang="en-CA" sz="2800" dirty="0">
                    <a:latin typeface="Calibri" panose="020F0502020204030204" pitchFamily="34" charset="0"/>
                    <a:ea typeface="DengXian" panose="02010600030101010101" pitchFamily="2" charset="-122"/>
                    <a:cs typeface="Calibri" panose="020F0502020204030204" pitchFamily="34" charset="0"/>
                  </a:rPr>
                  <a:t>Langmuir probe </a:t>
                </a:r>
                <a:r>
                  <a:rPr lang="en-CA" sz="2800" dirty="0">
                    <a:effectLst/>
                    <a:latin typeface="Calibri" panose="020F0502020204030204" pitchFamily="34" charset="0"/>
                    <a:ea typeface="DengXian" panose="02010600030101010101" pitchFamily="2" charset="-122"/>
                    <a:cs typeface="Calibri" panose="020F0502020204030204" pitchFamily="34" charset="0"/>
                  </a:rPr>
                  <a:t>pins) </a:t>
                </a:r>
              </a:p>
              <a:p>
                <a:r>
                  <a:rPr lang="en-CA" sz="2800" dirty="0">
                    <a:latin typeface="Calibri" panose="020F0502020204030204" pitchFamily="34" charset="0"/>
                    <a:ea typeface="DengXian" panose="02010600030101010101" pitchFamily="2" charset="-122"/>
                    <a:cs typeface="Calibri" panose="020F0502020204030204" pitchFamily="34" charset="0"/>
                  </a:rPr>
                  <a:t>Form a series of </a:t>
                </a:r>
                <a:r>
                  <a:rPr lang="en-CA" sz="2800" i="1" dirty="0">
                    <a:latin typeface="Calibri" panose="020F0502020204030204" pitchFamily="34" charset="0"/>
                    <a:ea typeface="DengXian" panose="02010600030101010101" pitchFamily="2" charset="-122"/>
                    <a:cs typeface="Calibri" panose="020F0502020204030204" pitchFamily="34" charset="0"/>
                  </a:rPr>
                  <a:t>M</a:t>
                </a:r>
                <a:r>
                  <a:rPr lang="en-CA" sz="2800" dirty="0">
                    <a:latin typeface="Calibri" panose="020F0502020204030204" pitchFamily="34" charset="0"/>
                    <a:ea typeface="DengXian" panose="02010600030101010101" pitchFamily="2" charset="-122"/>
                    <a:cs typeface="Calibri" panose="020F0502020204030204" pitchFamily="34" charset="0"/>
                  </a:rPr>
                  <a:t>-dimensional vectors using delay signals (</a:t>
                </a:r>
                <a:r>
                  <a:rPr lang="en-CA" sz="2800" i="1" dirty="0">
                    <a:latin typeface="Calibri" panose="020F0502020204030204" pitchFamily="34" charset="0"/>
                    <a:ea typeface="DengXian" panose="02010600030101010101" pitchFamily="2" charset="-122"/>
                    <a:cs typeface="Calibri" panose="020F0502020204030204" pitchFamily="34" charset="0"/>
                  </a:rPr>
                  <a:t>M</a:t>
                </a:r>
                <a:r>
                  <a:rPr lang="en-CA" sz="2800" dirty="0">
                    <a:latin typeface="Calibri" panose="020F0502020204030204" pitchFamily="34" charset="0"/>
                    <a:ea typeface="DengXian" panose="02010600030101010101" pitchFamily="2" charset="-122"/>
                    <a:cs typeface="Calibri" panose="020F0502020204030204" pitchFamily="34" charset="0"/>
                  </a:rPr>
                  <a:t>: embedded dimension to be determined)</a:t>
                </a:r>
              </a:p>
              <a:p>
                <a:pPr marL="0" indent="0">
                  <a:buNone/>
                </a:pPr>
                <a:endParaRPr lang="en-CA" sz="2800" dirty="0">
                  <a:latin typeface="Calibri" panose="020F0502020204030204" pitchFamily="34" charset="0"/>
                  <a:ea typeface="DengXian" panose="02010600030101010101" pitchFamily="2" charset="-122"/>
                  <a:cs typeface="Calibri" panose="020F0502020204030204" pitchFamily="34" charset="0"/>
                </a:endParaRPr>
              </a:p>
              <a:p>
                <a:pPr lvl="1"/>
                <a:endParaRPr lang="en-US" sz="2600" i="1" dirty="0">
                  <a:latin typeface="Calibri" panose="020F0502020204030204" pitchFamily="34" charset="0"/>
                  <a:cs typeface="Calibri" panose="020F0502020204030204" pitchFamily="34" charset="0"/>
                </a:endParaRPr>
              </a:p>
              <a:p>
                <a:pPr lvl="1"/>
                <a:endParaRPr lang="en-US" sz="2600" i="1" dirty="0">
                  <a:latin typeface="Calibri" panose="020F0502020204030204" pitchFamily="34" charset="0"/>
                  <a:cs typeface="Calibri" panose="020F0502020204030204" pitchFamily="34" charset="0"/>
                </a:endParaRPr>
              </a:p>
              <a:p>
                <a:pPr lvl="1"/>
                <a:r>
                  <a:rPr lang="en-US" sz="2600" i="1" dirty="0">
                    <a:latin typeface="Calibri" panose="020F0502020204030204" pitchFamily="34" charset="0"/>
                    <a:cs typeface="Calibri" panose="020F0502020204030204" pitchFamily="34" charset="0"/>
                  </a:rPr>
                  <a:t>k</a:t>
                </a:r>
                <a:r>
                  <a:rPr lang="en-US" sz="2600" dirty="0">
                    <a:latin typeface="Calibri" panose="020F0502020204030204" pitchFamily="34" charset="0"/>
                    <a:cs typeface="Calibri" panose="020F0502020204030204" pitchFamily="34" charset="0"/>
                  </a:rPr>
                  <a:t> is related to the auto cross-correlation time (number of data points to be skipped)</a:t>
                </a:r>
              </a:p>
              <a:p>
                <a:pPr lvl="1"/>
                <a:r>
                  <a:rPr lang="en-US" sz="2600" i="1" dirty="0">
                    <a:latin typeface="Calibri" panose="020F0502020204030204" pitchFamily="34" charset="0"/>
                    <a:cs typeface="Calibri" panose="020F0502020204030204" pitchFamily="34" charset="0"/>
                  </a:rPr>
                  <a:t>n </a:t>
                </a:r>
                <a:r>
                  <a:rPr lang="en-US" sz="2600" dirty="0">
                    <a:latin typeface="Calibri" panose="020F0502020204030204" pitchFamily="34" charset="0"/>
                    <a:cs typeface="Calibri" panose="020F0502020204030204" pitchFamily="34" charset="0"/>
                  </a:rPr>
                  <a:t>is another constant integer (related to the  number of data points to be skipped to form next vector )</a:t>
                </a:r>
              </a:p>
              <a:p>
                <a:pPr lvl="1"/>
                <a:r>
                  <a:rPr lang="en-US" sz="2600" dirty="0">
                    <a:latin typeface="Calibri" panose="020F0502020204030204" pitchFamily="34" charset="0"/>
                    <a:cs typeface="Calibri" panose="020F0502020204030204" pitchFamily="34" charset="0"/>
                  </a:rPr>
                  <a:t>N number of vectors in the ensemble for statistics</a:t>
                </a:r>
              </a:p>
              <a:p>
                <a:pPr marL="0" indent="0">
                  <a:buNone/>
                </a:pPr>
                <a:endParaRPr lang="en-US" sz="2800" dirty="0">
                  <a:latin typeface="Calibri" panose="020F0502020204030204" pitchFamily="34" charset="0"/>
                  <a:cs typeface="Calibri" panose="020F0502020204030204" pitchFamily="34" charset="0"/>
                </a:endParaRPr>
              </a:p>
            </p:txBody>
          </p:sp>
        </mc:Choice>
        <mc:Fallback xmlns="">
          <p:sp>
            <p:nvSpPr>
              <p:cNvPr id="9220" name="Content Placeholder 3">
                <a:extLst>
                  <a:ext uri="{FF2B5EF4-FFF2-40B4-BE49-F238E27FC236}">
                    <a16:creationId xmlns:a16="http://schemas.microsoft.com/office/drawing/2014/main" id="{F4B0E26B-D902-F16F-3D60-4E14AFF356F4}"/>
                  </a:ext>
                </a:extLst>
              </p:cNvPr>
              <p:cNvSpPr>
                <a:spLocks noGrp="1" noRot="1" noChangeAspect="1" noMove="1" noResize="1" noEditPoints="1" noAdjustHandles="1" noChangeArrowheads="1" noChangeShapeType="1" noTextEdit="1"/>
              </p:cNvSpPr>
              <p:nvPr>
                <p:ph sz="quarter" idx="1"/>
              </p:nvPr>
            </p:nvSpPr>
            <p:spPr>
              <a:xfrm>
                <a:off x="251521" y="836712"/>
                <a:ext cx="8746430" cy="5616624"/>
              </a:xfrm>
              <a:blipFill>
                <a:blip r:embed="rId3"/>
                <a:stretch>
                  <a:fillRect l="-836" r="-1951"/>
                </a:stretch>
              </a:blipFill>
            </p:spPr>
            <p:txBody>
              <a:bodyPr/>
              <a:lstStyle/>
              <a:p>
                <a:r>
                  <a:rPr lang="en-CA">
                    <a:noFill/>
                  </a:rPr>
                  <a:t> </a:t>
                </a:r>
              </a:p>
            </p:txBody>
          </p:sp>
        </mc:Fallback>
      </mc:AlternateContent>
      <p:sp>
        <p:nvSpPr>
          <p:cNvPr id="6" name="Footer Placeholder 5">
            <a:extLst>
              <a:ext uri="{FF2B5EF4-FFF2-40B4-BE49-F238E27FC236}">
                <a16:creationId xmlns:a16="http://schemas.microsoft.com/office/drawing/2014/main" id="{78533ABD-8D01-36AE-6FA1-602E2EE8F310}"/>
              </a:ext>
            </a:extLst>
          </p:cNvPr>
          <p:cNvSpPr>
            <a:spLocks noGrp="1"/>
          </p:cNvSpPr>
          <p:nvPr>
            <p:ph type="ftr" sz="quarter" idx="11"/>
          </p:nvPr>
        </p:nvSpPr>
        <p:spPr/>
        <p:txBody>
          <a:bodyPr/>
          <a:lstStyle/>
          <a:p>
            <a:pPr>
              <a:defRPr/>
            </a:pPr>
            <a:r>
              <a:rPr lang="it-IT"/>
              <a:t>2024-10-31 SWIP</a:t>
            </a:r>
            <a:endParaRPr lang="en-CA" dirty="0"/>
          </a:p>
        </p:txBody>
      </p:sp>
      <p:sp>
        <p:nvSpPr>
          <p:cNvPr id="2" name="Date Placeholder 1">
            <a:extLst>
              <a:ext uri="{FF2B5EF4-FFF2-40B4-BE49-F238E27FC236}">
                <a16:creationId xmlns:a16="http://schemas.microsoft.com/office/drawing/2014/main" id="{217D3774-847E-1C4A-23C0-CDAC5BCD64D1}"/>
              </a:ext>
            </a:extLst>
          </p:cNvPr>
          <p:cNvSpPr>
            <a:spLocks noGrp="1"/>
          </p:cNvSpPr>
          <p:nvPr>
            <p:ph type="dt" sz="half" idx="10"/>
          </p:nvPr>
        </p:nvSpPr>
        <p:spPr/>
        <p:txBody>
          <a:bodyPr/>
          <a:lstStyle/>
          <a:p>
            <a:pPr>
              <a:defRPr/>
            </a:pPr>
            <a:fld id="{FFFD3EBC-D8F6-4674-BC7A-6273A691A1AB}"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0B1ADB8F-9F17-D871-06DA-557C23A69B4B}"/>
              </a:ext>
            </a:extLst>
          </p:cNvPr>
          <p:cNvSpPr>
            <a:spLocks noGrp="1"/>
          </p:cNvSpPr>
          <p:nvPr>
            <p:ph type="sldNum" sz="quarter" idx="12"/>
          </p:nvPr>
        </p:nvSpPr>
        <p:spPr/>
        <p:txBody>
          <a:bodyPr/>
          <a:lstStyle/>
          <a:p>
            <a:pPr>
              <a:defRPr/>
            </a:pPr>
            <a:fld id="{18598880-23BB-4E77-BAE4-1716EE602DAD}" type="slidenum">
              <a:rPr lang="en-CA" smtClean="0"/>
              <a:pPr>
                <a:defRPr/>
              </a:pPr>
              <a:t>36</a:t>
            </a:fld>
            <a:endParaRPr lang="en-CA" dirty="0"/>
          </a:p>
        </p:txBody>
      </p:sp>
      <p:graphicFrame>
        <p:nvGraphicFramePr>
          <p:cNvPr id="4" name="Object 3">
            <a:extLst>
              <a:ext uri="{FF2B5EF4-FFF2-40B4-BE49-F238E27FC236}">
                <a16:creationId xmlns:a16="http://schemas.microsoft.com/office/drawing/2014/main" id="{86AB1D6E-D130-FF25-5AE4-92B8F325C66E}"/>
              </a:ext>
            </a:extLst>
          </p:cNvPr>
          <p:cNvGraphicFramePr>
            <a:graphicFrameLocks noChangeAspect="1"/>
          </p:cNvGraphicFramePr>
          <p:nvPr>
            <p:extLst>
              <p:ext uri="{D42A27DB-BD31-4B8C-83A1-F6EECF244321}">
                <p14:modId xmlns:p14="http://schemas.microsoft.com/office/powerpoint/2010/main" val="495836337"/>
              </p:ext>
            </p:extLst>
          </p:nvPr>
        </p:nvGraphicFramePr>
        <p:xfrm>
          <a:off x="353149" y="2798762"/>
          <a:ext cx="8574088" cy="1260475"/>
        </p:xfrm>
        <a:graphic>
          <a:graphicData uri="http://schemas.openxmlformats.org/presentationml/2006/ole">
            <mc:AlternateContent xmlns:mc="http://schemas.openxmlformats.org/markup-compatibility/2006">
              <mc:Choice xmlns:v="urn:schemas-microsoft-com:vml" Requires="v">
                <p:oleObj name="Equation" r:id="rId4" imgW="3429000" imgH="495000" progId="Equation.DSMT4">
                  <p:embed/>
                </p:oleObj>
              </mc:Choice>
              <mc:Fallback>
                <p:oleObj name="Equation" r:id="rId4" imgW="3429000" imgH="495000" progId="Equation.DSMT4">
                  <p:embed/>
                  <p:pic>
                    <p:nvPicPr>
                      <p:cNvPr id="11" name="Object 10">
                        <a:extLst>
                          <a:ext uri="{FF2B5EF4-FFF2-40B4-BE49-F238E27FC236}">
                            <a16:creationId xmlns:a16="http://schemas.microsoft.com/office/drawing/2014/main" id="{0A8A3BAC-5E20-A944-C9E8-FC8392526F1B}"/>
                          </a:ext>
                        </a:extLst>
                      </p:cNvPr>
                      <p:cNvPicPr/>
                      <p:nvPr/>
                    </p:nvPicPr>
                    <p:blipFill>
                      <a:blip r:embed="rId5"/>
                      <a:stretch>
                        <a:fillRect/>
                      </a:stretch>
                    </p:blipFill>
                    <p:spPr>
                      <a:xfrm>
                        <a:off x="353149" y="2798762"/>
                        <a:ext cx="8574088" cy="1260475"/>
                      </a:xfrm>
                      <a:prstGeom prst="rect">
                        <a:avLst/>
                      </a:prstGeom>
                      <a:noFill/>
                      <a:ln w="15875">
                        <a:noFill/>
                      </a:ln>
                    </p:spPr>
                  </p:pic>
                </p:oleObj>
              </mc:Fallback>
            </mc:AlternateContent>
          </a:graphicData>
        </a:graphic>
      </p:graphicFrame>
    </p:spTree>
    <p:extLst>
      <p:ext uri="{BB962C8B-B14F-4D97-AF65-F5344CB8AC3E}">
        <p14:creationId xmlns:p14="http://schemas.microsoft.com/office/powerpoint/2010/main" val="1728903773"/>
      </p:ext>
    </p:extLst>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3F459D-985C-8643-7159-F58F244C6FF4}"/>
              </a:ext>
            </a:extLst>
          </p:cNvPr>
          <p:cNvSpPr>
            <a:spLocks noGrp="1"/>
          </p:cNvSpPr>
          <p:nvPr>
            <p:ph type="dt" sz="half" idx="10"/>
          </p:nvPr>
        </p:nvSpPr>
        <p:spPr/>
        <p:txBody>
          <a:bodyPr/>
          <a:lstStyle/>
          <a:p>
            <a:pPr>
              <a:defRPr/>
            </a:pPr>
            <a:fld id="{2B2D142C-9FE9-465C-BD25-B9158EC7244F}" type="datetime9">
              <a:rPr lang="en-US" smtClean="0"/>
              <a:t>10/25/2024 2:01:28 PM</a:t>
            </a:fld>
            <a:endParaRPr lang="en-CA"/>
          </a:p>
        </p:txBody>
      </p:sp>
      <p:sp>
        <p:nvSpPr>
          <p:cNvPr id="3" name="Footer Placeholder 2">
            <a:extLst>
              <a:ext uri="{FF2B5EF4-FFF2-40B4-BE49-F238E27FC236}">
                <a16:creationId xmlns:a16="http://schemas.microsoft.com/office/drawing/2014/main" id="{39FEB0E2-A635-1104-CD80-0C791E89724F}"/>
              </a:ext>
            </a:extLst>
          </p:cNvPr>
          <p:cNvSpPr>
            <a:spLocks noGrp="1"/>
          </p:cNvSpPr>
          <p:nvPr>
            <p:ph type="ftr" sz="quarter" idx="11"/>
          </p:nvPr>
        </p:nvSpPr>
        <p:spPr/>
        <p:txBody>
          <a:bodyPr/>
          <a:lstStyle/>
          <a:p>
            <a:pPr>
              <a:defRPr/>
            </a:pPr>
            <a:r>
              <a:rPr lang="it-IT"/>
              <a:t>2024-10-31 SWIP</a:t>
            </a:r>
            <a:endParaRPr lang="en-CA"/>
          </a:p>
        </p:txBody>
      </p:sp>
      <p:sp>
        <p:nvSpPr>
          <p:cNvPr id="4" name="Slide Number Placeholder 3">
            <a:extLst>
              <a:ext uri="{FF2B5EF4-FFF2-40B4-BE49-F238E27FC236}">
                <a16:creationId xmlns:a16="http://schemas.microsoft.com/office/drawing/2014/main" id="{62A4241A-EA78-083C-59C0-8AF87D545585}"/>
              </a:ext>
            </a:extLst>
          </p:cNvPr>
          <p:cNvSpPr>
            <a:spLocks noGrp="1"/>
          </p:cNvSpPr>
          <p:nvPr>
            <p:ph type="sldNum" sz="quarter" idx="12"/>
          </p:nvPr>
        </p:nvSpPr>
        <p:spPr/>
        <p:txBody>
          <a:bodyPr/>
          <a:lstStyle/>
          <a:p>
            <a:pPr>
              <a:defRPr/>
            </a:pPr>
            <a:fld id="{6945BBCA-DD3E-4EF5-AE1E-0475F37D7106}" type="slidenum">
              <a:rPr lang="en-CA" smtClean="0"/>
              <a:pPr>
                <a:defRPr/>
              </a:pPr>
              <a:t>37</a:t>
            </a:fld>
            <a:endParaRPr lang="en-CA"/>
          </a:p>
        </p:txBody>
      </p:sp>
      <p:graphicFrame>
        <p:nvGraphicFramePr>
          <p:cNvPr id="8" name="Table 7">
            <a:extLst>
              <a:ext uri="{FF2B5EF4-FFF2-40B4-BE49-F238E27FC236}">
                <a16:creationId xmlns:a16="http://schemas.microsoft.com/office/drawing/2014/main" id="{F5BB35DB-A528-CD04-ECCA-035CC0E38ACB}"/>
              </a:ext>
            </a:extLst>
          </p:cNvPr>
          <p:cNvGraphicFramePr>
            <a:graphicFrameLocks noGrp="1"/>
          </p:cNvGraphicFramePr>
          <p:nvPr>
            <p:extLst>
              <p:ext uri="{D42A27DB-BD31-4B8C-83A1-F6EECF244321}">
                <p14:modId xmlns:p14="http://schemas.microsoft.com/office/powerpoint/2010/main" val="542789473"/>
              </p:ext>
            </p:extLst>
          </p:nvPr>
        </p:nvGraphicFramePr>
        <p:xfrm>
          <a:off x="528440" y="1015821"/>
          <a:ext cx="4242173" cy="365760"/>
        </p:xfrm>
        <a:graphic>
          <a:graphicData uri="http://schemas.openxmlformats.org/drawingml/2006/table">
            <a:tbl>
              <a:tblPr>
                <a:tableStyleId>{5C22544A-7EE6-4342-B048-85BDC9FD1C3A}</a:tableStyleId>
              </a:tblPr>
              <a:tblGrid>
                <a:gridCol w="385652">
                  <a:extLst>
                    <a:ext uri="{9D8B030D-6E8A-4147-A177-3AD203B41FA5}">
                      <a16:colId xmlns:a16="http://schemas.microsoft.com/office/drawing/2014/main" val="460547761"/>
                    </a:ext>
                  </a:extLst>
                </a:gridCol>
                <a:gridCol w="362063">
                  <a:extLst>
                    <a:ext uri="{9D8B030D-6E8A-4147-A177-3AD203B41FA5}">
                      <a16:colId xmlns:a16="http://schemas.microsoft.com/office/drawing/2014/main" val="3345046236"/>
                    </a:ext>
                  </a:extLst>
                </a:gridCol>
                <a:gridCol w="422791">
                  <a:extLst>
                    <a:ext uri="{9D8B030D-6E8A-4147-A177-3AD203B41FA5}">
                      <a16:colId xmlns:a16="http://schemas.microsoft.com/office/drawing/2014/main" val="1656439762"/>
                    </a:ext>
                  </a:extLst>
                </a:gridCol>
                <a:gridCol w="372103">
                  <a:extLst>
                    <a:ext uri="{9D8B030D-6E8A-4147-A177-3AD203B41FA5}">
                      <a16:colId xmlns:a16="http://schemas.microsoft.com/office/drawing/2014/main" val="3804068047"/>
                    </a:ext>
                  </a:extLst>
                </a:gridCol>
                <a:gridCol w="385652">
                  <a:extLst>
                    <a:ext uri="{9D8B030D-6E8A-4147-A177-3AD203B41FA5}">
                      <a16:colId xmlns:a16="http://schemas.microsoft.com/office/drawing/2014/main" val="3032265756"/>
                    </a:ext>
                  </a:extLst>
                </a:gridCol>
                <a:gridCol w="385652">
                  <a:extLst>
                    <a:ext uri="{9D8B030D-6E8A-4147-A177-3AD203B41FA5}">
                      <a16:colId xmlns:a16="http://schemas.microsoft.com/office/drawing/2014/main" val="1395837037"/>
                    </a:ext>
                  </a:extLst>
                </a:gridCol>
                <a:gridCol w="385652">
                  <a:extLst>
                    <a:ext uri="{9D8B030D-6E8A-4147-A177-3AD203B41FA5}">
                      <a16:colId xmlns:a16="http://schemas.microsoft.com/office/drawing/2014/main" val="197259799"/>
                    </a:ext>
                  </a:extLst>
                </a:gridCol>
                <a:gridCol w="385652">
                  <a:extLst>
                    <a:ext uri="{9D8B030D-6E8A-4147-A177-3AD203B41FA5}">
                      <a16:colId xmlns:a16="http://schemas.microsoft.com/office/drawing/2014/main" val="3401456976"/>
                    </a:ext>
                  </a:extLst>
                </a:gridCol>
                <a:gridCol w="385652">
                  <a:extLst>
                    <a:ext uri="{9D8B030D-6E8A-4147-A177-3AD203B41FA5}">
                      <a16:colId xmlns:a16="http://schemas.microsoft.com/office/drawing/2014/main" val="3913898861"/>
                    </a:ext>
                  </a:extLst>
                </a:gridCol>
                <a:gridCol w="385652">
                  <a:extLst>
                    <a:ext uri="{9D8B030D-6E8A-4147-A177-3AD203B41FA5}">
                      <a16:colId xmlns:a16="http://schemas.microsoft.com/office/drawing/2014/main" val="3107256406"/>
                    </a:ext>
                  </a:extLst>
                </a:gridCol>
                <a:gridCol w="385652">
                  <a:extLst>
                    <a:ext uri="{9D8B030D-6E8A-4147-A177-3AD203B41FA5}">
                      <a16:colId xmlns:a16="http://schemas.microsoft.com/office/drawing/2014/main" val="3906436337"/>
                    </a:ext>
                  </a:extLst>
                </a:gridCol>
              </a:tblGrid>
              <a:tr h="342828">
                <a:tc>
                  <a:txBody>
                    <a:bodyPr/>
                    <a:lstStyle/>
                    <a:p>
                      <a:endParaRPr lang="en-CA" dirty="0"/>
                    </a:p>
                  </a:txBody>
                  <a:tcPr>
                    <a:solidFill>
                      <a:schemeClr val="accent2"/>
                    </a:solidFill>
                  </a:tcPr>
                </a:tc>
                <a:tc>
                  <a:txBody>
                    <a:bodyPr/>
                    <a:lstStyle/>
                    <a:p>
                      <a:r>
                        <a:rPr lang="en-US" dirty="0"/>
                        <a:t>3</a:t>
                      </a:r>
                      <a:endParaRPr lang="en-CA" dirty="0"/>
                    </a:p>
                  </a:txBody>
                  <a:tcPr>
                    <a:solidFill>
                      <a:schemeClr val="accent2"/>
                    </a:solidFill>
                  </a:tcPr>
                </a:tc>
                <a:tc>
                  <a:txBody>
                    <a:bodyPr/>
                    <a:lstStyle/>
                    <a:p>
                      <a:r>
                        <a:rPr lang="en-US" dirty="0"/>
                        <a:t>4</a:t>
                      </a:r>
                      <a:endParaRPr lang="en-CA" dirty="0"/>
                    </a:p>
                  </a:txBody>
                  <a:tcPr>
                    <a:solidFill>
                      <a:schemeClr val="accent2"/>
                    </a:solidFill>
                  </a:tcPr>
                </a:tc>
                <a:tc>
                  <a:txBody>
                    <a:bodyPr/>
                    <a:lstStyle/>
                    <a:p>
                      <a:r>
                        <a:rPr lang="en-US" dirty="0"/>
                        <a:t>5</a:t>
                      </a:r>
                      <a:endParaRPr lang="en-CA" dirty="0"/>
                    </a:p>
                  </a:txBody>
                  <a:tcPr>
                    <a:solidFill>
                      <a:schemeClr val="accent2"/>
                    </a:solidFill>
                  </a:tcPr>
                </a:tc>
                <a:tc>
                  <a:txBody>
                    <a:bodyPr/>
                    <a:lstStyle/>
                    <a:p>
                      <a:r>
                        <a:rPr lang="en-US" dirty="0"/>
                        <a:t>6</a:t>
                      </a:r>
                      <a:endParaRPr lang="en-CA" dirty="0"/>
                    </a:p>
                  </a:txBody>
                  <a:tcPr>
                    <a:solidFill>
                      <a:schemeClr val="accent2"/>
                    </a:solidFill>
                  </a:tcPr>
                </a:tc>
                <a:tc>
                  <a:txBody>
                    <a:bodyPr/>
                    <a:lstStyle/>
                    <a:p>
                      <a:r>
                        <a:rPr lang="en-US" dirty="0"/>
                        <a:t>7</a:t>
                      </a:r>
                      <a:endParaRPr lang="en-CA" dirty="0"/>
                    </a:p>
                  </a:txBody>
                  <a:tcPr>
                    <a:solidFill>
                      <a:schemeClr val="accent2"/>
                    </a:solidFill>
                  </a:tcPr>
                </a:tc>
                <a:tc>
                  <a:txBody>
                    <a:bodyPr/>
                    <a:lstStyle/>
                    <a:p>
                      <a:r>
                        <a:rPr lang="en-US" dirty="0"/>
                        <a:t>8</a:t>
                      </a:r>
                      <a:endParaRPr lang="en-CA" dirty="0"/>
                    </a:p>
                  </a:txBody>
                  <a:tcPr>
                    <a:solidFill>
                      <a:schemeClr val="accent2"/>
                    </a:solidFill>
                  </a:tcPr>
                </a:tc>
                <a:tc>
                  <a:txBody>
                    <a:bodyPr/>
                    <a:lstStyle/>
                    <a:p>
                      <a:r>
                        <a:rPr lang="en-US" dirty="0"/>
                        <a:t>9</a:t>
                      </a:r>
                      <a:endParaRPr lang="en-CA" dirty="0"/>
                    </a:p>
                  </a:txBody>
                  <a:tcPr>
                    <a:solidFill>
                      <a:schemeClr val="accent2"/>
                    </a:solidFill>
                  </a:tcPr>
                </a:tc>
                <a:tc>
                  <a:txBody>
                    <a:bodyPr/>
                    <a:lstStyle/>
                    <a:p>
                      <a:r>
                        <a:rPr lang="en-US" sz="1600" dirty="0"/>
                        <a:t>10</a:t>
                      </a:r>
                      <a:endParaRPr lang="en-CA" sz="1600" dirty="0"/>
                    </a:p>
                  </a:txBody>
                  <a:tcPr>
                    <a:solidFill>
                      <a:schemeClr val="accent2"/>
                    </a:solidFill>
                  </a:tcPr>
                </a:tc>
                <a:tc>
                  <a:txBody>
                    <a:bodyPr/>
                    <a:lstStyle/>
                    <a:p>
                      <a:r>
                        <a:rPr lang="en-US" sz="1600" dirty="0"/>
                        <a:t>11</a:t>
                      </a:r>
                      <a:endParaRPr lang="en-CA" sz="1600" dirty="0"/>
                    </a:p>
                  </a:txBody>
                  <a:tcPr>
                    <a:solidFill>
                      <a:schemeClr val="accent2"/>
                    </a:solidFill>
                  </a:tcPr>
                </a:tc>
                <a:tc>
                  <a:txBody>
                    <a:bodyPr/>
                    <a:lstStyle/>
                    <a:p>
                      <a:r>
                        <a:rPr lang="en-US" sz="1600" dirty="0"/>
                        <a:t>12</a:t>
                      </a:r>
                      <a:endParaRPr lang="en-CA" sz="1600" dirty="0"/>
                    </a:p>
                  </a:txBody>
                  <a:tcPr>
                    <a:solidFill>
                      <a:schemeClr val="accent2"/>
                    </a:solidFill>
                  </a:tcPr>
                </a:tc>
                <a:extLst>
                  <a:ext uri="{0D108BD9-81ED-4DB2-BD59-A6C34878D82A}">
                    <a16:rowId xmlns:a16="http://schemas.microsoft.com/office/drawing/2014/main" val="2279260291"/>
                  </a:ext>
                </a:extLst>
              </a:tr>
            </a:tbl>
          </a:graphicData>
        </a:graphic>
      </p:graphicFrame>
      <p:graphicFrame>
        <p:nvGraphicFramePr>
          <p:cNvPr id="10" name="Table 9">
            <a:extLst>
              <a:ext uri="{FF2B5EF4-FFF2-40B4-BE49-F238E27FC236}">
                <a16:creationId xmlns:a16="http://schemas.microsoft.com/office/drawing/2014/main" id="{0453178C-B712-2FD1-082A-EAE1C4B1282E}"/>
              </a:ext>
            </a:extLst>
          </p:cNvPr>
          <p:cNvGraphicFramePr>
            <a:graphicFrameLocks noGrp="1"/>
          </p:cNvGraphicFramePr>
          <p:nvPr>
            <p:extLst>
              <p:ext uri="{D42A27DB-BD31-4B8C-83A1-F6EECF244321}">
                <p14:modId xmlns:p14="http://schemas.microsoft.com/office/powerpoint/2010/main" val="3827378917"/>
              </p:ext>
            </p:extLst>
          </p:nvPr>
        </p:nvGraphicFramePr>
        <p:xfrm>
          <a:off x="4745038" y="1005316"/>
          <a:ext cx="4242172" cy="376299"/>
        </p:xfrm>
        <a:graphic>
          <a:graphicData uri="http://schemas.openxmlformats.org/drawingml/2006/table">
            <a:tbl>
              <a:tblPr>
                <a:tableStyleId>{5C22544A-7EE6-4342-B048-85BDC9FD1C3A}</a:tableStyleId>
              </a:tblPr>
              <a:tblGrid>
                <a:gridCol w="428872">
                  <a:extLst>
                    <a:ext uri="{9D8B030D-6E8A-4147-A177-3AD203B41FA5}">
                      <a16:colId xmlns:a16="http://schemas.microsoft.com/office/drawing/2014/main" val="3345046236"/>
                    </a:ext>
                  </a:extLst>
                </a:gridCol>
                <a:gridCol w="381330">
                  <a:extLst>
                    <a:ext uri="{9D8B030D-6E8A-4147-A177-3AD203B41FA5}">
                      <a16:colId xmlns:a16="http://schemas.microsoft.com/office/drawing/2014/main" val="1656439762"/>
                    </a:ext>
                  </a:extLst>
                </a:gridCol>
                <a:gridCol w="381330">
                  <a:extLst>
                    <a:ext uri="{9D8B030D-6E8A-4147-A177-3AD203B41FA5}">
                      <a16:colId xmlns:a16="http://schemas.microsoft.com/office/drawing/2014/main" val="3804068047"/>
                    </a:ext>
                  </a:extLst>
                </a:gridCol>
                <a:gridCol w="382603">
                  <a:extLst>
                    <a:ext uri="{9D8B030D-6E8A-4147-A177-3AD203B41FA5}">
                      <a16:colId xmlns:a16="http://schemas.microsoft.com/office/drawing/2014/main" val="3032265756"/>
                    </a:ext>
                  </a:extLst>
                </a:gridCol>
                <a:gridCol w="380057">
                  <a:extLst>
                    <a:ext uri="{9D8B030D-6E8A-4147-A177-3AD203B41FA5}">
                      <a16:colId xmlns:a16="http://schemas.microsoft.com/office/drawing/2014/main" val="1395837037"/>
                    </a:ext>
                  </a:extLst>
                </a:gridCol>
                <a:gridCol w="381330">
                  <a:extLst>
                    <a:ext uri="{9D8B030D-6E8A-4147-A177-3AD203B41FA5}">
                      <a16:colId xmlns:a16="http://schemas.microsoft.com/office/drawing/2014/main" val="197259799"/>
                    </a:ext>
                  </a:extLst>
                </a:gridCol>
                <a:gridCol w="381330">
                  <a:extLst>
                    <a:ext uri="{9D8B030D-6E8A-4147-A177-3AD203B41FA5}">
                      <a16:colId xmlns:a16="http://schemas.microsoft.com/office/drawing/2014/main" val="95298099"/>
                    </a:ext>
                  </a:extLst>
                </a:gridCol>
                <a:gridCol w="381330">
                  <a:extLst>
                    <a:ext uri="{9D8B030D-6E8A-4147-A177-3AD203B41FA5}">
                      <a16:colId xmlns:a16="http://schemas.microsoft.com/office/drawing/2014/main" val="541754644"/>
                    </a:ext>
                  </a:extLst>
                </a:gridCol>
                <a:gridCol w="381330">
                  <a:extLst>
                    <a:ext uri="{9D8B030D-6E8A-4147-A177-3AD203B41FA5}">
                      <a16:colId xmlns:a16="http://schemas.microsoft.com/office/drawing/2014/main" val="2178023191"/>
                    </a:ext>
                  </a:extLst>
                </a:gridCol>
                <a:gridCol w="381330">
                  <a:extLst>
                    <a:ext uri="{9D8B030D-6E8A-4147-A177-3AD203B41FA5}">
                      <a16:colId xmlns:a16="http://schemas.microsoft.com/office/drawing/2014/main" val="4007863027"/>
                    </a:ext>
                  </a:extLst>
                </a:gridCol>
                <a:gridCol w="381330">
                  <a:extLst>
                    <a:ext uri="{9D8B030D-6E8A-4147-A177-3AD203B41FA5}">
                      <a16:colId xmlns:a16="http://schemas.microsoft.com/office/drawing/2014/main" val="1547329129"/>
                    </a:ext>
                  </a:extLst>
                </a:gridCol>
              </a:tblGrid>
              <a:tr h="376299">
                <a:tc>
                  <a:txBody>
                    <a:bodyPr/>
                    <a:lstStyle/>
                    <a:p>
                      <a:r>
                        <a:rPr lang="en-US" sz="1600" dirty="0"/>
                        <a:t>13</a:t>
                      </a:r>
                      <a:endParaRPr lang="en-CA" sz="1600" dirty="0"/>
                    </a:p>
                  </a:txBody>
                  <a:tcPr>
                    <a:solidFill>
                      <a:schemeClr val="accent2"/>
                    </a:solidFill>
                  </a:tcPr>
                </a:tc>
                <a:tc>
                  <a:txBody>
                    <a:bodyPr/>
                    <a:lstStyle/>
                    <a:p>
                      <a:r>
                        <a:rPr lang="en-US" sz="1600" dirty="0"/>
                        <a:t>14</a:t>
                      </a:r>
                      <a:endParaRPr lang="en-CA" sz="1600" dirty="0"/>
                    </a:p>
                  </a:txBody>
                  <a:tcPr>
                    <a:solidFill>
                      <a:schemeClr val="accent2"/>
                    </a:solidFill>
                  </a:tcPr>
                </a:tc>
                <a:tc>
                  <a:txBody>
                    <a:bodyPr/>
                    <a:lstStyle/>
                    <a:p>
                      <a:endParaRPr lang="en-CA" dirty="0"/>
                    </a:p>
                  </a:txBody>
                  <a:tcPr>
                    <a:solidFill>
                      <a:schemeClr val="accent2"/>
                    </a:solidFill>
                  </a:tcPr>
                </a:tc>
                <a:tc>
                  <a:txBody>
                    <a:bodyPr/>
                    <a:lstStyle/>
                    <a:p>
                      <a:endParaRPr lang="en-CA" dirty="0"/>
                    </a:p>
                  </a:txBody>
                  <a:tcPr>
                    <a:solidFill>
                      <a:schemeClr val="accent2"/>
                    </a:solidFill>
                  </a:tcPr>
                </a:tc>
                <a:tc>
                  <a:txBody>
                    <a:bodyPr/>
                    <a:lstStyle/>
                    <a:p>
                      <a:endParaRPr lang="en-CA" dirty="0"/>
                    </a:p>
                  </a:txBody>
                  <a:tcPr>
                    <a:solidFill>
                      <a:schemeClr val="accent2"/>
                    </a:solidFill>
                  </a:tcPr>
                </a:tc>
                <a:tc>
                  <a:txBody>
                    <a:bodyPr/>
                    <a:lstStyle/>
                    <a:p>
                      <a:endParaRPr lang="en-CA" dirty="0"/>
                    </a:p>
                  </a:txBody>
                  <a:tcPr>
                    <a:solidFill>
                      <a:schemeClr val="accent2"/>
                    </a:solidFill>
                  </a:tcPr>
                </a:tc>
                <a:tc>
                  <a:txBody>
                    <a:bodyPr/>
                    <a:lstStyle/>
                    <a:p>
                      <a:endParaRPr lang="en-CA" dirty="0"/>
                    </a:p>
                  </a:txBody>
                  <a:tcPr>
                    <a:solidFill>
                      <a:schemeClr val="accent2"/>
                    </a:solidFill>
                  </a:tcPr>
                </a:tc>
                <a:tc>
                  <a:txBody>
                    <a:bodyPr/>
                    <a:lstStyle/>
                    <a:p>
                      <a:endParaRPr lang="en-CA" dirty="0"/>
                    </a:p>
                  </a:txBody>
                  <a:tcPr>
                    <a:solidFill>
                      <a:schemeClr val="accent2"/>
                    </a:solidFill>
                  </a:tcPr>
                </a:tc>
                <a:tc>
                  <a:txBody>
                    <a:bodyPr/>
                    <a:lstStyle/>
                    <a:p>
                      <a:endParaRPr lang="en-CA" dirty="0"/>
                    </a:p>
                  </a:txBody>
                  <a:tcPr>
                    <a:solidFill>
                      <a:schemeClr val="accent2"/>
                    </a:solidFill>
                  </a:tcPr>
                </a:tc>
                <a:tc>
                  <a:txBody>
                    <a:bodyPr/>
                    <a:lstStyle/>
                    <a:p>
                      <a:endParaRPr lang="en-CA" dirty="0"/>
                    </a:p>
                  </a:txBody>
                  <a:tcPr>
                    <a:solidFill>
                      <a:schemeClr val="accent2"/>
                    </a:solidFill>
                  </a:tcPr>
                </a:tc>
                <a:tc>
                  <a:txBody>
                    <a:bodyPr/>
                    <a:lstStyle/>
                    <a:p>
                      <a:endParaRPr lang="en-CA" dirty="0"/>
                    </a:p>
                  </a:txBody>
                  <a:tcPr>
                    <a:solidFill>
                      <a:schemeClr val="accent2"/>
                    </a:solidFill>
                  </a:tcPr>
                </a:tc>
                <a:extLst>
                  <a:ext uri="{0D108BD9-81ED-4DB2-BD59-A6C34878D82A}">
                    <a16:rowId xmlns:a16="http://schemas.microsoft.com/office/drawing/2014/main" val="2279260291"/>
                  </a:ext>
                </a:extLst>
              </a:tr>
            </a:tbl>
          </a:graphicData>
        </a:graphic>
      </p:graphicFrame>
      <p:graphicFrame>
        <p:nvGraphicFramePr>
          <p:cNvPr id="13" name="Object 12">
            <a:extLst>
              <a:ext uri="{FF2B5EF4-FFF2-40B4-BE49-F238E27FC236}">
                <a16:creationId xmlns:a16="http://schemas.microsoft.com/office/drawing/2014/main" id="{F761AF36-FD38-B0B7-DB2D-B17D571EB9FE}"/>
              </a:ext>
            </a:extLst>
          </p:cNvPr>
          <p:cNvGraphicFramePr>
            <a:graphicFrameLocks noChangeAspect="1"/>
          </p:cNvGraphicFramePr>
          <p:nvPr>
            <p:extLst>
              <p:ext uri="{D42A27DB-BD31-4B8C-83A1-F6EECF244321}">
                <p14:modId xmlns:p14="http://schemas.microsoft.com/office/powerpoint/2010/main" val="3342399441"/>
              </p:ext>
            </p:extLst>
          </p:nvPr>
        </p:nvGraphicFramePr>
        <p:xfrm>
          <a:off x="533400" y="1061373"/>
          <a:ext cx="381000" cy="258763"/>
        </p:xfrm>
        <a:graphic>
          <a:graphicData uri="http://schemas.openxmlformats.org/presentationml/2006/ole">
            <mc:AlternateContent xmlns:mc="http://schemas.openxmlformats.org/markup-compatibility/2006">
              <mc:Choice xmlns:v="urn:schemas-microsoft-com:vml" Requires="v">
                <p:oleObj name="Equation" r:id="rId3" imgW="152280" imgH="101520" progId="Equation.DSMT4">
                  <p:embed/>
                </p:oleObj>
              </mc:Choice>
              <mc:Fallback>
                <p:oleObj name="Equation" r:id="rId3" imgW="152280" imgH="101520" progId="Equation.DSMT4">
                  <p:embed/>
                  <p:pic>
                    <p:nvPicPr>
                      <p:cNvPr id="12" name="Object 11">
                        <a:extLst>
                          <a:ext uri="{FF2B5EF4-FFF2-40B4-BE49-F238E27FC236}">
                            <a16:creationId xmlns:a16="http://schemas.microsoft.com/office/drawing/2014/main" id="{83CF68F6-70C0-0E21-C948-99CBB95EE3B3}"/>
                          </a:ext>
                        </a:extLst>
                      </p:cNvPr>
                      <p:cNvPicPr/>
                      <p:nvPr/>
                    </p:nvPicPr>
                    <p:blipFill>
                      <a:blip r:embed="rId4"/>
                      <a:stretch>
                        <a:fillRect/>
                      </a:stretch>
                    </p:blipFill>
                    <p:spPr>
                      <a:xfrm>
                        <a:off x="533400" y="1061373"/>
                        <a:ext cx="381000" cy="258763"/>
                      </a:xfrm>
                      <a:prstGeom prst="rect">
                        <a:avLst/>
                      </a:prstGeom>
                      <a:noFill/>
                      <a:ln w="15875">
                        <a:noFill/>
                      </a:ln>
                    </p:spPr>
                  </p:pic>
                </p:oleObj>
              </mc:Fallback>
            </mc:AlternateContent>
          </a:graphicData>
        </a:graphic>
      </p:graphicFrame>
      <p:graphicFrame>
        <p:nvGraphicFramePr>
          <p:cNvPr id="14" name="Object 13">
            <a:extLst>
              <a:ext uri="{FF2B5EF4-FFF2-40B4-BE49-F238E27FC236}">
                <a16:creationId xmlns:a16="http://schemas.microsoft.com/office/drawing/2014/main" id="{82B88034-55F1-4A5B-B550-6030BF54A038}"/>
              </a:ext>
            </a:extLst>
          </p:cNvPr>
          <p:cNvGraphicFramePr>
            <a:graphicFrameLocks noChangeAspect="1"/>
          </p:cNvGraphicFramePr>
          <p:nvPr>
            <p:extLst>
              <p:ext uri="{D42A27DB-BD31-4B8C-83A1-F6EECF244321}">
                <p14:modId xmlns:p14="http://schemas.microsoft.com/office/powerpoint/2010/main" val="418850414"/>
              </p:ext>
            </p:extLst>
          </p:nvPr>
        </p:nvGraphicFramePr>
        <p:xfrm>
          <a:off x="103188" y="1036776"/>
          <a:ext cx="285750" cy="323850"/>
        </p:xfrm>
        <a:graphic>
          <a:graphicData uri="http://schemas.openxmlformats.org/presentationml/2006/ole">
            <mc:AlternateContent xmlns:mc="http://schemas.openxmlformats.org/markup-compatibility/2006">
              <mc:Choice xmlns:v="urn:schemas-microsoft-com:vml" Requires="v">
                <p:oleObj name="Equation" r:id="rId5" imgW="114120" imgH="126720" progId="Equation.DSMT4">
                  <p:embed/>
                </p:oleObj>
              </mc:Choice>
              <mc:Fallback>
                <p:oleObj name="Equation" r:id="rId5" imgW="114120" imgH="126720" progId="Equation.DSMT4">
                  <p:embed/>
                  <p:pic>
                    <p:nvPicPr>
                      <p:cNvPr id="12" name="Object 11">
                        <a:extLst>
                          <a:ext uri="{FF2B5EF4-FFF2-40B4-BE49-F238E27FC236}">
                            <a16:creationId xmlns:a16="http://schemas.microsoft.com/office/drawing/2014/main" id="{83CF68F6-70C0-0E21-C948-99CBB95EE3B3}"/>
                          </a:ext>
                        </a:extLst>
                      </p:cNvPr>
                      <p:cNvPicPr/>
                      <p:nvPr/>
                    </p:nvPicPr>
                    <p:blipFill>
                      <a:blip r:embed="rId6"/>
                      <a:stretch>
                        <a:fillRect/>
                      </a:stretch>
                    </p:blipFill>
                    <p:spPr>
                      <a:xfrm>
                        <a:off x="103188" y="1036776"/>
                        <a:ext cx="285750" cy="323850"/>
                      </a:xfrm>
                      <a:prstGeom prst="rect">
                        <a:avLst/>
                      </a:prstGeom>
                      <a:noFill/>
                      <a:ln w="15875">
                        <a:noFill/>
                      </a:ln>
                    </p:spPr>
                  </p:pic>
                </p:oleObj>
              </mc:Fallback>
            </mc:AlternateContent>
          </a:graphicData>
        </a:graphic>
      </p:graphicFrame>
      <p:sp>
        <p:nvSpPr>
          <p:cNvPr id="16" name="TextBox 15">
            <a:extLst>
              <a:ext uri="{FF2B5EF4-FFF2-40B4-BE49-F238E27FC236}">
                <a16:creationId xmlns:a16="http://schemas.microsoft.com/office/drawing/2014/main" id="{815DCB92-E80E-4E37-5424-E28DC36E1914}"/>
              </a:ext>
            </a:extLst>
          </p:cNvPr>
          <p:cNvSpPr txBox="1"/>
          <p:nvPr/>
        </p:nvSpPr>
        <p:spPr>
          <a:xfrm>
            <a:off x="1763688" y="2636912"/>
            <a:ext cx="184731" cy="369332"/>
          </a:xfrm>
          <a:prstGeom prst="rect">
            <a:avLst/>
          </a:prstGeom>
          <a:noFill/>
        </p:spPr>
        <p:txBody>
          <a:bodyPr wrap="none" rtlCol="0">
            <a:spAutoFit/>
          </a:bodyPr>
          <a:lstStyle/>
          <a:p>
            <a:endParaRPr lang="en-CA" dirty="0"/>
          </a:p>
        </p:txBody>
      </p:sp>
      <p:graphicFrame>
        <p:nvGraphicFramePr>
          <p:cNvPr id="26" name="Object 25">
            <a:extLst>
              <a:ext uri="{FF2B5EF4-FFF2-40B4-BE49-F238E27FC236}">
                <a16:creationId xmlns:a16="http://schemas.microsoft.com/office/drawing/2014/main" id="{888A12B5-3651-2CC1-F9BA-CC04C68EF358}"/>
              </a:ext>
            </a:extLst>
          </p:cNvPr>
          <p:cNvGraphicFramePr>
            <a:graphicFrameLocks noChangeAspect="1"/>
          </p:cNvGraphicFramePr>
          <p:nvPr>
            <p:extLst>
              <p:ext uri="{D42A27DB-BD31-4B8C-83A1-F6EECF244321}">
                <p14:modId xmlns:p14="http://schemas.microsoft.com/office/powerpoint/2010/main" val="2496165000"/>
              </p:ext>
            </p:extLst>
          </p:nvPr>
        </p:nvGraphicFramePr>
        <p:xfrm>
          <a:off x="1017898" y="350774"/>
          <a:ext cx="7454280" cy="487926"/>
        </p:xfrm>
        <a:graphic>
          <a:graphicData uri="http://schemas.openxmlformats.org/presentationml/2006/ole">
            <mc:AlternateContent xmlns:mc="http://schemas.openxmlformats.org/markup-compatibility/2006">
              <mc:Choice xmlns:v="urn:schemas-microsoft-com:vml" Requires="v">
                <p:oleObj name="Equation" r:id="rId7" imgW="3174840" imgH="203040" progId="Equation.DSMT4">
                  <p:embed/>
                </p:oleObj>
              </mc:Choice>
              <mc:Fallback>
                <p:oleObj name="Equation" r:id="rId7" imgW="3174840" imgH="203040" progId="Equation.DSMT4">
                  <p:embed/>
                  <p:pic>
                    <p:nvPicPr>
                      <p:cNvPr id="25" name="Object 24">
                        <a:extLst>
                          <a:ext uri="{FF2B5EF4-FFF2-40B4-BE49-F238E27FC236}">
                            <a16:creationId xmlns:a16="http://schemas.microsoft.com/office/drawing/2014/main" id="{486DDE51-3E4A-F155-E19F-B44321D3916B}"/>
                          </a:ext>
                        </a:extLst>
                      </p:cNvPr>
                      <p:cNvPicPr/>
                      <p:nvPr/>
                    </p:nvPicPr>
                    <p:blipFill>
                      <a:blip r:embed="rId8"/>
                      <a:stretch>
                        <a:fillRect/>
                      </a:stretch>
                    </p:blipFill>
                    <p:spPr>
                      <a:xfrm>
                        <a:off x="1017898" y="350774"/>
                        <a:ext cx="7454280" cy="487926"/>
                      </a:xfrm>
                      <a:prstGeom prst="rect">
                        <a:avLst/>
                      </a:prstGeom>
                      <a:noFill/>
                      <a:ln w="15875">
                        <a:noFill/>
                      </a:ln>
                    </p:spPr>
                  </p:pic>
                </p:oleObj>
              </mc:Fallback>
            </mc:AlternateContent>
          </a:graphicData>
        </a:graphic>
      </p:graphicFrame>
      <p:grpSp>
        <p:nvGrpSpPr>
          <p:cNvPr id="52" name="Group 51">
            <a:extLst>
              <a:ext uri="{FF2B5EF4-FFF2-40B4-BE49-F238E27FC236}">
                <a16:creationId xmlns:a16="http://schemas.microsoft.com/office/drawing/2014/main" id="{02639CA1-44CE-2935-0BAE-657132CC093C}"/>
              </a:ext>
            </a:extLst>
          </p:cNvPr>
          <p:cNvGrpSpPr/>
          <p:nvPr/>
        </p:nvGrpSpPr>
        <p:grpSpPr>
          <a:xfrm>
            <a:off x="37996" y="1413779"/>
            <a:ext cx="3616041" cy="715416"/>
            <a:chOff x="68744" y="1417785"/>
            <a:chExt cx="3616041" cy="715416"/>
          </a:xfrm>
        </p:grpSpPr>
        <p:graphicFrame>
          <p:nvGraphicFramePr>
            <p:cNvPr id="18" name="Object 17">
              <a:extLst>
                <a:ext uri="{FF2B5EF4-FFF2-40B4-BE49-F238E27FC236}">
                  <a16:creationId xmlns:a16="http://schemas.microsoft.com/office/drawing/2014/main" id="{5E901091-8EF2-9D43-B810-79C0869DDDB9}"/>
                </a:ext>
              </a:extLst>
            </p:cNvPr>
            <p:cNvGraphicFramePr>
              <a:graphicFrameLocks noChangeAspect="1"/>
            </p:cNvGraphicFramePr>
            <p:nvPr>
              <p:extLst>
                <p:ext uri="{D42A27DB-BD31-4B8C-83A1-F6EECF244321}">
                  <p14:modId xmlns:p14="http://schemas.microsoft.com/office/powerpoint/2010/main" val="951883038"/>
                </p:ext>
              </p:extLst>
            </p:nvPr>
          </p:nvGraphicFramePr>
          <p:xfrm>
            <a:off x="68744" y="1724007"/>
            <a:ext cx="627598" cy="409194"/>
          </p:xfrm>
          <a:graphic>
            <a:graphicData uri="http://schemas.openxmlformats.org/presentationml/2006/ole">
              <mc:AlternateContent xmlns:mc="http://schemas.openxmlformats.org/markup-compatibility/2006">
                <mc:Choice xmlns:v="urn:schemas-microsoft-com:vml" Requires="v">
                  <p:oleObj name="Equation" r:id="rId9" imgW="317160" imgH="203040" progId="Equation.DSMT4">
                    <p:embed/>
                  </p:oleObj>
                </mc:Choice>
                <mc:Fallback>
                  <p:oleObj name="Equation" r:id="rId9" imgW="317160" imgH="203040" progId="Equation.DSMT4">
                    <p:embed/>
                    <p:pic>
                      <p:nvPicPr>
                        <p:cNvPr id="14" name="Object 13">
                          <a:extLst>
                            <a:ext uri="{FF2B5EF4-FFF2-40B4-BE49-F238E27FC236}">
                              <a16:creationId xmlns:a16="http://schemas.microsoft.com/office/drawing/2014/main" id="{82B88034-55F1-4A5B-B550-6030BF54A038}"/>
                            </a:ext>
                          </a:extLst>
                        </p:cNvPr>
                        <p:cNvPicPr/>
                        <p:nvPr/>
                      </p:nvPicPr>
                      <p:blipFill>
                        <a:blip r:embed="rId10"/>
                        <a:stretch>
                          <a:fillRect/>
                        </a:stretch>
                      </p:blipFill>
                      <p:spPr>
                        <a:xfrm>
                          <a:off x="68744" y="1724007"/>
                          <a:ext cx="627598" cy="409194"/>
                        </a:xfrm>
                        <a:prstGeom prst="rect">
                          <a:avLst/>
                        </a:prstGeom>
                        <a:solidFill>
                          <a:srgbClr val="FFFF00"/>
                        </a:solidFill>
                        <a:ln w="15875">
                          <a:noFill/>
                        </a:ln>
                      </p:spPr>
                    </p:pic>
                  </p:oleObj>
                </mc:Fallback>
              </mc:AlternateContent>
            </a:graphicData>
          </a:graphic>
        </p:graphicFrame>
        <p:grpSp>
          <p:nvGrpSpPr>
            <p:cNvPr id="45" name="Group 44">
              <a:extLst>
                <a:ext uri="{FF2B5EF4-FFF2-40B4-BE49-F238E27FC236}">
                  <a16:creationId xmlns:a16="http://schemas.microsoft.com/office/drawing/2014/main" id="{65A82F7B-B388-BC0E-884D-A0198A010AB4}"/>
                </a:ext>
              </a:extLst>
            </p:cNvPr>
            <p:cNvGrpSpPr/>
            <p:nvPr/>
          </p:nvGrpSpPr>
          <p:grpSpPr>
            <a:xfrm>
              <a:off x="882478" y="1417785"/>
              <a:ext cx="2802307" cy="706693"/>
              <a:chOff x="882478" y="1417785"/>
              <a:chExt cx="2802307" cy="706693"/>
            </a:xfrm>
          </p:grpSpPr>
          <p:graphicFrame>
            <p:nvGraphicFramePr>
              <p:cNvPr id="23" name="Object 22">
                <a:extLst>
                  <a:ext uri="{FF2B5EF4-FFF2-40B4-BE49-F238E27FC236}">
                    <a16:creationId xmlns:a16="http://schemas.microsoft.com/office/drawing/2014/main" id="{C8CEBF0C-40EA-B9FB-6273-E6F62F1DA42E}"/>
                  </a:ext>
                </a:extLst>
              </p:cNvPr>
              <p:cNvGraphicFramePr>
                <a:graphicFrameLocks noChangeAspect="1"/>
              </p:cNvGraphicFramePr>
              <p:nvPr>
                <p:extLst>
                  <p:ext uri="{D42A27DB-BD31-4B8C-83A1-F6EECF244321}">
                    <p14:modId xmlns:p14="http://schemas.microsoft.com/office/powerpoint/2010/main" val="2887151725"/>
                  </p:ext>
                </p:extLst>
              </p:nvPr>
            </p:nvGraphicFramePr>
            <p:xfrm>
              <a:off x="882478" y="1448671"/>
              <a:ext cx="508000" cy="668338"/>
            </p:xfrm>
            <a:graphic>
              <a:graphicData uri="http://schemas.openxmlformats.org/presentationml/2006/ole">
                <mc:AlternateContent xmlns:mc="http://schemas.openxmlformats.org/markup-compatibility/2006">
                  <mc:Choice xmlns:v="urn:schemas-microsoft-com:vml" Requires="v">
                    <p:oleObj name="Equation" r:id="rId11" imgW="304560" imgH="393480" progId="Equation.DSMT4">
                      <p:embed/>
                    </p:oleObj>
                  </mc:Choice>
                  <mc:Fallback>
                    <p:oleObj name="Equation" r:id="rId11" imgW="304560" imgH="393480" progId="Equation.DSMT4">
                      <p:embed/>
                      <p:pic>
                        <p:nvPicPr>
                          <p:cNvPr id="19" name="Object 18">
                            <a:extLst>
                              <a:ext uri="{FF2B5EF4-FFF2-40B4-BE49-F238E27FC236}">
                                <a16:creationId xmlns:a16="http://schemas.microsoft.com/office/drawing/2014/main" id="{CA2F5380-BF3C-CD64-1D63-CA019A52379C}"/>
                              </a:ext>
                            </a:extLst>
                          </p:cNvPr>
                          <p:cNvPicPr/>
                          <p:nvPr/>
                        </p:nvPicPr>
                        <p:blipFill>
                          <a:blip r:embed="rId12"/>
                          <a:stretch>
                            <a:fillRect/>
                          </a:stretch>
                        </p:blipFill>
                        <p:spPr>
                          <a:xfrm>
                            <a:off x="882478" y="1448671"/>
                            <a:ext cx="508000" cy="668338"/>
                          </a:xfrm>
                          <a:prstGeom prst="rect">
                            <a:avLst/>
                          </a:prstGeom>
                          <a:solidFill>
                            <a:srgbClr val="FFFF00"/>
                          </a:solidFill>
                          <a:ln w="15875">
                            <a:noFill/>
                          </a:ln>
                        </p:spPr>
                      </p:pic>
                    </p:oleObj>
                  </mc:Fallback>
                </mc:AlternateContent>
              </a:graphicData>
            </a:graphic>
          </p:graphicFrame>
          <p:graphicFrame>
            <p:nvGraphicFramePr>
              <p:cNvPr id="24" name="Object 23">
                <a:extLst>
                  <a:ext uri="{FF2B5EF4-FFF2-40B4-BE49-F238E27FC236}">
                    <a16:creationId xmlns:a16="http://schemas.microsoft.com/office/drawing/2014/main" id="{9DE4C7AA-DDDD-C90F-9BD6-37023F354A9F}"/>
                  </a:ext>
                </a:extLst>
              </p:cNvPr>
              <p:cNvGraphicFramePr>
                <a:graphicFrameLocks noChangeAspect="1"/>
              </p:cNvGraphicFramePr>
              <p:nvPr>
                <p:extLst>
                  <p:ext uri="{D42A27DB-BD31-4B8C-83A1-F6EECF244321}">
                    <p14:modId xmlns:p14="http://schemas.microsoft.com/office/powerpoint/2010/main" val="2966316485"/>
                  </p:ext>
                </p:extLst>
              </p:nvPr>
            </p:nvGraphicFramePr>
            <p:xfrm>
              <a:off x="1686691" y="1431132"/>
              <a:ext cx="444500" cy="668337"/>
            </p:xfrm>
            <a:graphic>
              <a:graphicData uri="http://schemas.openxmlformats.org/presentationml/2006/ole">
                <mc:AlternateContent xmlns:mc="http://schemas.openxmlformats.org/markup-compatibility/2006">
                  <mc:Choice xmlns:v="urn:schemas-microsoft-com:vml" Requires="v">
                    <p:oleObj name="Equation" r:id="rId13" imgW="266400" imgH="393480" progId="Equation.DSMT4">
                      <p:embed/>
                    </p:oleObj>
                  </mc:Choice>
                  <mc:Fallback>
                    <p:oleObj name="Equation" r:id="rId13" imgW="266400" imgH="393480" progId="Equation.DSMT4">
                      <p:embed/>
                      <p:pic>
                        <p:nvPicPr>
                          <p:cNvPr id="23" name="Object 22">
                            <a:extLst>
                              <a:ext uri="{FF2B5EF4-FFF2-40B4-BE49-F238E27FC236}">
                                <a16:creationId xmlns:a16="http://schemas.microsoft.com/office/drawing/2014/main" id="{C8CEBF0C-40EA-B9FB-6273-E6F62F1DA42E}"/>
                              </a:ext>
                            </a:extLst>
                          </p:cNvPr>
                          <p:cNvPicPr/>
                          <p:nvPr/>
                        </p:nvPicPr>
                        <p:blipFill>
                          <a:blip r:embed="rId14"/>
                          <a:stretch>
                            <a:fillRect/>
                          </a:stretch>
                        </p:blipFill>
                        <p:spPr>
                          <a:xfrm>
                            <a:off x="1686691" y="1431132"/>
                            <a:ext cx="444500" cy="668337"/>
                          </a:xfrm>
                          <a:prstGeom prst="rect">
                            <a:avLst/>
                          </a:prstGeom>
                          <a:solidFill>
                            <a:srgbClr val="FFFF00"/>
                          </a:solidFill>
                          <a:ln w="15875">
                            <a:noFill/>
                          </a:ln>
                        </p:spPr>
                      </p:pic>
                    </p:oleObj>
                  </mc:Fallback>
                </mc:AlternateContent>
              </a:graphicData>
            </a:graphic>
          </p:graphicFrame>
          <p:graphicFrame>
            <p:nvGraphicFramePr>
              <p:cNvPr id="25" name="Object 24">
                <a:extLst>
                  <a:ext uri="{FF2B5EF4-FFF2-40B4-BE49-F238E27FC236}">
                    <a16:creationId xmlns:a16="http://schemas.microsoft.com/office/drawing/2014/main" id="{486DDE51-3E4A-F155-E19F-B44321D3916B}"/>
                  </a:ext>
                </a:extLst>
              </p:cNvPr>
              <p:cNvGraphicFramePr>
                <a:graphicFrameLocks noChangeAspect="1"/>
              </p:cNvGraphicFramePr>
              <p:nvPr>
                <p:extLst>
                  <p:ext uri="{D42A27DB-BD31-4B8C-83A1-F6EECF244321}">
                    <p14:modId xmlns:p14="http://schemas.microsoft.com/office/powerpoint/2010/main" val="3171128736"/>
                  </p:ext>
                </p:extLst>
              </p:nvPr>
            </p:nvGraphicFramePr>
            <p:xfrm>
              <a:off x="2448465" y="1456140"/>
              <a:ext cx="423863" cy="668338"/>
            </p:xfrm>
            <a:graphic>
              <a:graphicData uri="http://schemas.openxmlformats.org/presentationml/2006/ole">
                <mc:AlternateContent xmlns:mc="http://schemas.openxmlformats.org/markup-compatibility/2006">
                  <mc:Choice xmlns:v="urn:schemas-microsoft-com:vml" Requires="v">
                    <p:oleObj name="Equation" r:id="rId15" imgW="253800" imgH="393480" progId="Equation.DSMT4">
                      <p:embed/>
                    </p:oleObj>
                  </mc:Choice>
                  <mc:Fallback>
                    <p:oleObj name="Equation" r:id="rId15" imgW="253800" imgH="393480" progId="Equation.DSMT4">
                      <p:embed/>
                      <p:pic>
                        <p:nvPicPr>
                          <p:cNvPr id="24" name="Object 23">
                            <a:extLst>
                              <a:ext uri="{FF2B5EF4-FFF2-40B4-BE49-F238E27FC236}">
                                <a16:creationId xmlns:a16="http://schemas.microsoft.com/office/drawing/2014/main" id="{9DE4C7AA-DDDD-C90F-9BD6-37023F354A9F}"/>
                              </a:ext>
                            </a:extLst>
                          </p:cNvPr>
                          <p:cNvPicPr/>
                          <p:nvPr/>
                        </p:nvPicPr>
                        <p:blipFill>
                          <a:blip r:embed="rId16"/>
                          <a:stretch>
                            <a:fillRect/>
                          </a:stretch>
                        </p:blipFill>
                        <p:spPr>
                          <a:xfrm>
                            <a:off x="2448465" y="1456140"/>
                            <a:ext cx="423863" cy="668338"/>
                          </a:xfrm>
                          <a:prstGeom prst="rect">
                            <a:avLst/>
                          </a:prstGeom>
                          <a:solidFill>
                            <a:srgbClr val="FFFF00"/>
                          </a:solidFill>
                          <a:ln w="15875">
                            <a:noFill/>
                          </a:ln>
                        </p:spPr>
                      </p:pic>
                    </p:oleObj>
                  </mc:Fallback>
                </mc:AlternateContent>
              </a:graphicData>
            </a:graphic>
          </p:graphicFrame>
          <p:graphicFrame>
            <p:nvGraphicFramePr>
              <p:cNvPr id="27" name="Object 26">
                <a:extLst>
                  <a:ext uri="{FF2B5EF4-FFF2-40B4-BE49-F238E27FC236}">
                    <a16:creationId xmlns:a16="http://schemas.microsoft.com/office/drawing/2014/main" id="{411D776F-5EB0-8A6E-79F0-C9934313E3CA}"/>
                  </a:ext>
                </a:extLst>
              </p:cNvPr>
              <p:cNvGraphicFramePr>
                <a:graphicFrameLocks noChangeAspect="1"/>
              </p:cNvGraphicFramePr>
              <p:nvPr>
                <p:extLst>
                  <p:ext uri="{D42A27DB-BD31-4B8C-83A1-F6EECF244321}">
                    <p14:modId xmlns:p14="http://schemas.microsoft.com/office/powerpoint/2010/main" val="142726727"/>
                  </p:ext>
                </p:extLst>
              </p:nvPr>
            </p:nvGraphicFramePr>
            <p:xfrm>
              <a:off x="3218060" y="1417785"/>
              <a:ext cx="466725" cy="668337"/>
            </p:xfrm>
            <a:graphic>
              <a:graphicData uri="http://schemas.openxmlformats.org/presentationml/2006/ole">
                <mc:AlternateContent xmlns:mc="http://schemas.openxmlformats.org/markup-compatibility/2006">
                  <mc:Choice xmlns:v="urn:schemas-microsoft-com:vml" Requires="v">
                    <p:oleObj name="Equation" r:id="rId17" imgW="279360" imgH="393480" progId="Equation.DSMT4">
                      <p:embed/>
                    </p:oleObj>
                  </mc:Choice>
                  <mc:Fallback>
                    <p:oleObj name="Equation" r:id="rId17" imgW="279360" imgH="393480" progId="Equation.DSMT4">
                      <p:embed/>
                      <p:pic>
                        <p:nvPicPr>
                          <p:cNvPr id="25" name="Object 24">
                            <a:extLst>
                              <a:ext uri="{FF2B5EF4-FFF2-40B4-BE49-F238E27FC236}">
                                <a16:creationId xmlns:a16="http://schemas.microsoft.com/office/drawing/2014/main" id="{486DDE51-3E4A-F155-E19F-B44321D3916B}"/>
                              </a:ext>
                            </a:extLst>
                          </p:cNvPr>
                          <p:cNvPicPr/>
                          <p:nvPr/>
                        </p:nvPicPr>
                        <p:blipFill>
                          <a:blip r:embed="rId18"/>
                          <a:stretch>
                            <a:fillRect/>
                          </a:stretch>
                        </p:blipFill>
                        <p:spPr>
                          <a:xfrm>
                            <a:off x="3218060" y="1417785"/>
                            <a:ext cx="466725" cy="668337"/>
                          </a:xfrm>
                          <a:prstGeom prst="rect">
                            <a:avLst/>
                          </a:prstGeom>
                          <a:solidFill>
                            <a:srgbClr val="FFFF00"/>
                          </a:solidFill>
                          <a:ln w="15875">
                            <a:noFill/>
                          </a:ln>
                        </p:spPr>
                      </p:pic>
                    </p:oleObj>
                  </mc:Fallback>
                </mc:AlternateContent>
              </a:graphicData>
            </a:graphic>
          </p:graphicFrame>
        </p:grpSp>
      </p:grpSp>
      <p:graphicFrame>
        <p:nvGraphicFramePr>
          <p:cNvPr id="39" name="Object 38">
            <a:extLst>
              <a:ext uri="{FF2B5EF4-FFF2-40B4-BE49-F238E27FC236}">
                <a16:creationId xmlns:a16="http://schemas.microsoft.com/office/drawing/2014/main" id="{B01A651B-577A-0231-FC56-D80B8FC99158}"/>
              </a:ext>
            </a:extLst>
          </p:cNvPr>
          <p:cNvGraphicFramePr>
            <a:graphicFrameLocks noChangeAspect="1"/>
          </p:cNvGraphicFramePr>
          <p:nvPr>
            <p:extLst>
              <p:ext uri="{D42A27DB-BD31-4B8C-83A1-F6EECF244321}">
                <p14:modId xmlns:p14="http://schemas.microsoft.com/office/powerpoint/2010/main" val="3561059204"/>
              </p:ext>
            </p:extLst>
          </p:nvPr>
        </p:nvGraphicFramePr>
        <p:xfrm>
          <a:off x="4014788" y="3592513"/>
          <a:ext cx="381000" cy="388937"/>
        </p:xfrm>
        <a:graphic>
          <a:graphicData uri="http://schemas.openxmlformats.org/presentationml/2006/ole">
            <mc:AlternateContent xmlns:mc="http://schemas.openxmlformats.org/markup-compatibility/2006">
              <mc:Choice xmlns:v="urn:schemas-microsoft-com:vml" Requires="v">
                <p:oleObj name="Equation" r:id="rId19" imgW="152280" imgH="152280" progId="Equation.DSMT4">
                  <p:embed/>
                </p:oleObj>
              </mc:Choice>
              <mc:Fallback>
                <p:oleObj name="Equation" r:id="rId19" imgW="152280" imgH="152280" progId="Equation.DSMT4">
                  <p:embed/>
                  <p:pic>
                    <p:nvPicPr>
                      <p:cNvPr id="34" name="Object 33">
                        <a:extLst>
                          <a:ext uri="{FF2B5EF4-FFF2-40B4-BE49-F238E27FC236}">
                            <a16:creationId xmlns:a16="http://schemas.microsoft.com/office/drawing/2014/main" id="{5486F3C1-B81E-F427-8A71-290CC2488D7E}"/>
                          </a:ext>
                        </a:extLst>
                      </p:cNvPr>
                      <p:cNvPicPr/>
                      <p:nvPr/>
                    </p:nvPicPr>
                    <p:blipFill>
                      <a:blip r:embed="rId20"/>
                      <a:stretch>
                        <a:fillRect/>
                      </a:stretch>
                    </p:blipFill>
                    <p:spPr>
                      <a:xfrm>
                        <a:off x="4014788" y="3592513"/>
                        <a:ext cx="381000" cy="388937"/>
                      </a:xfrm>
                      <a:prstGeom prst="rect">
                        <a:avLst/>
                      </a:prstGeom>
                      <a:noFill/>
                      <a:ln w="15875">
                        <a:noFill/>
                      </a:ln>
                    </p:spPr>
                  </p:pic>
                </p:oleObj>
              </mc:Fallback>
            </mc:AlternateContent>
          </a:graphicData>
        </a:graphic>
      </p:graphicFrame>
      <p:grpSp>
        <p:nvGrpSpPr>
          <p:cNvPr id="46" name="Group 45">
            <a:extLst>
              <a:ext uri="{FF2B5EF4-FFF2-40B4-BE49-F238E27FC236}">
                <a16:creationId xmlns:a16="http://schemas.microsoft.com/office/drawing/2014/main" id="{DFF5D743-884D-16A9-46F6-3E782761DB57}"/>
              </a:ext>
            </a:extLst>
          </p:cNvPr>
          <p:cNvGrpSpPr/>
          <p:nvPr/>
        </p:nvGrpSpPr>
        <p:grpSpPr>
          <a:xfrm>
            <a:off x="2083073" y="2118803"/>
            <a:ext cx="3472653" cy="1401762"/>
            <a:chOff x="887573" y="1451303"/>
            <a:chExt cx="3472653" cy="1401762"/>
          </a:xfrm>
        </p:grpSpPr>
        <p:graphicFrame>
          <p:nvGraphicFramePr>
            <p:cNvPr id="28" name="Object 27">
              <a:extLst>
                <a:ext uri="{FF2B5EF4-FFF2-40B4-BE49-F238E27FC236}">
                  <a16:creationId xmlns:a16="http://schemas.microsoft.com/office/drawing/2014/main" id="{E92ECB74-930F-D7A7-4434-5A9C0DBAB3AD}"/>
                </a:ext>
              </a:extLst>
            </p:cNvPr>
            <p:cNvGraphicFramePr>
              <a:graphicFrameLocks noChangeAspect="1"/>
            </p:cNvGraphicFramePr>
            <p:nvPr>
              <p:extLst>
                <p:ext uri="{D42A27DB-BD31-4B8C-83A1-F6EECF244321}">
                  <p14:modId xmlns:p14="http://schemas.microsoft.com/office/powerpoint/2010/main" val="2438212435"/>
                </p:ext>
              </p:extLst>
            </p:nvPr>
          </p:nvGraphicFramePr>
          <p:xfrm>
            <a:off x="887573" y="2450010"/>
            <a:ext cx="618183" cy="403055"/>
          </p:xfrm>
          <a:graphic>
            <a:graphicData uri="http://schemas.openxmlformats.org/presentationml/2006/ole">
              <mc:AlternateContent xmlns:mc="http://schemas.openxmlformats.org/markup-compatibility/2006">
                <mc:Choice xmlns:v="urn:schemas-microsoft-com:vml" Requires="v">
                  <p:oleObj name="Equation" r:id="rId21" imgW="317160" imgH="203040" progId="Equation.DSMT4">
                    <p:embed/>
                  </p:oleObj>
                </mc:Choice>
                <mc:Fallback>
                  <p:oleObj name="Equation" r:id="rId21" imgW="317160" imgH="203040" progId="Equation.DSMT4">
                    <p:embed/>
                    <p:pic>
                      <p:nvPicPr>
                        <p:cNvPr id="18" name="Object 17">
                          <a:extLst>
                            <a:ext uri="{FF2B5EF4-FFF2-40B4-BE49-F238E27FC236}">
                              <a16:creationId xmlns:a16="http://schemas.microsoft.com/office/drawing/2014/main" id="{5E901091-8EF2-9D43-B810-79C0869DDDB9}"/>
                            </a:ext>
                          </a:extLst>
                        </p:cNvPr>
                        <p:cNvPicPr/>
                        <p:nvPr/>
                      </p:nvPicPr>
                      <p:blipFill>
                        <a:blip r:embed="rId22"/>
                        <a:stretch>
                          <a:fillRect/>
                        </a:stretch>
                      </p:blipFill>
                      <p:spPr>
                        <a:xfrm>
                          <a:off x="887573" y="2450010"/>
                          <a:ext cx="618183" cy="403055"/>
                        </a:xfrm>
                        <a:prstGeom prst="rect">
                          <a:avLst/>
                        </a:prstGeom>
                        <a:solidFill>
                          <a:srgbClr val="29F73D"/>
                        </a:solidFill>
                        <a:ln w="15875">
                          <a:noFill/>
                        </a:ln>
                      </p:spPr>
                    </p:pic>
                  </p:oleObj>
                </mc:Fallback>
              </mc:AlternateContent>
            </a:graphicData>
          </a:graphic>
        </p:graphicFrame>
        <p:graphicFrame>
          <p:nvGraphicFramePr>
            <p:cNvPr id="29" name="Object 28">
              <a:extLst>
                <a:ext uri="{FF2B5EF4-FFF2-40B4-BE49-F238E27FC236}">
                  <a16:creationId xmlns:a16="http://schemas.microsoft.com/office/drawing/2014/main" id="{F2C4C721-3686-28C0-6358-972CC631AFCC}"/>
                </a:ext>
              </a:extLst>
            </p:cNvPr>
            <p:cNvGraphicFramePr>
              <a:graphicFrameLocks noChangeAspect="1"/>
            </p:cNvGraphicFramePr>
            <p:nvPr>
              <p:extLst>
                <p:ext uri="{D42A27DB-BD31-4B8C-83A1-F6EECF244321}">
                  <p14:modId xmlns:p14="http://schemas.microsoft.com/office/powerpoint/2010/main" val="1793278751"/>
                </p:ext>
              </p:extLst>
            </p:nvPr>
          </p:nvGraphicFramePr>
          <p:xfrm>
            <a:off x="1561870" y="1461695"/>
            <a:ext cx="508000" cy="1358900"/>
          </p:xfrm>
          <a:graphic>
            <a:graphicData uri="http://schemas.openxmlformats.org/presentationml/2006/ole">
              <mc:AlternateContent xmlns:mc="http://schemas.openxmlformats.org/markup-compatibility/2006">
                <mc:Choice xmlns:v="urn:schemas-microsoft-com:vml" Requires="v">
                  <p:oleObj name="Equation" r:id="rId23" imgW="304560" imgH="799920" progId="Equation.DSMT4">
                    <p:embed/>
                  </p:oleObj>
                </mc:Choice>
                <mc:Fallback>
                  <p:oleObj name="Equation" r:id="rId23" imgW="304560" imgH="799920" progId="Equation.DSMT4">
                    <p:embed/>
                    <p:pic>
                      <p:nvPicPr>
                        <p:cNvPr id="23" name="Object 22">
                          <a:extLst>
                            <a:ext uri="{FF2B5EF4-FFF2-40B4-BE49-F238E27FC236}">
                              <a16:creationId xmlns:a16="http://schemas.microsoft.com/office/drawing/2014/main" id="{C8CEBF0C-40EA-B9FB-6273-E6F62F1DA42E}"/>
                            </a:ext>
                          </a:extLst>
                        </p:cNvPr>
                        <p:cNvPicPr/>
                        <p:nvPr/>
                      </p:nvPicPr>
                      <p:blipFill>
                        <a:blip r:embed="rId24"/>
                        <a:stretch>
                          <a:fillRect/>
                        </a:stretch>
                      </p:blipFill>
                      <p:spPr>
                        <a:xfrm>
                          <a:off x="1561870" y="1461695"/>
                          <a:ext cx="508000" cy="1358900"/>
                        </a:xfrm>
                        <a:prstGeom prst="rect">
                          <a:avLst/>
                        </a:prstGeom>
                        <a:solidFill>
                          <a:srgbClr val="29F73D"/>
                        </a:solidFill>
                        <a:ln w="15875">
                          <a:noFill/>
                        </a:ln>
                      </p:spPr>
                    </p:pic>
                  </p:oleObj>
                </mc:Fallback>
              </mc:AlternateContent>
            </a:graphicData>
          </a:graphic>
        </p:graphicFrame>
        <p:graphicFrame>
          <p:nvGraphicFramePr>
            <p:cNvPr id="41" name="Object 40">
              <a:extLst>
                <a:ext uri="{FF2B5EF4-FFF2-40B4-BE49-F238E27FC236}">
                  <a16:creationId xmlns:a16="http://schemas.microsoft.com/office/drawing/2014/main" id="{9F04248E-0BBB-F7B2-8249-CB6353DB4080}"/>
                </a:ext>
              </a:extLst>
            </p:cNvPr>
            <p:cNvGraphicFramePr>
              <a:graphicFrameLocks noChangeAspect="1"/>
            </p:cNvGraphicFramePr>
            <p:nvPr>
              <p:extLst>
                <p:ext uri="{D42A27DB-BD31-4B8C-83A1-F6EECF244321}">
                  <p14:modId xmlns:p14="http://schemas.microsoft.com/office/powerpoint/2010/main" val="174052096"/>
                </p:ext>
              </p:extLst>
            </p:nvPr>
          </p:nvGraphicFramePr>
          <p:xfrm>
            <a:off x="2479935" y="1451303"/>
            <a:ext cx="444500" cy="1358900"/>
          </p:xfrm>
          <a:graphic>
            <a:graphicData uri="http://schemas.openxmlformats.org/presentationml/2006/ole">
              <mc:AlternateContent xmlns:mc="http://schemas.openxmlformats.org/markup-compatibility/2006">
                <mc:Choice xmlns:v="urn:schemas-microsoft-com:vml" Requires="v">
                  <p:oleObj name="Equation" r:id="rId25" imgW="266400" imgH="799920" progId="Equation.DSMT4">
                    <p:embed/>
                  </p:oleObj>
                </mc:Choice>
                <mc:Fallback>
                  <p:oleObj name="Equation" r:id="rId25" imgW="266400" imgH="799920" progId="Equation.DSMT4">
                    <p:embed/>
                    <p:pic>
                      <p:nvPicPr>
                        <p:cNvPr id="29" name="Object 28">
                          <a:extLst>
                            <a:ext uri="{FF2B5EF4-FFF2-40B4-BE49-F238E27FC236}">
                              <a16:creationId xmlns:a16="http://schemas.microsoft.com/office/drawing/2014/main" id="{F2C4C721-3686-28C0-6358-972CC631AFCC}"/>
                            </a:ext>
                          </a:extLst>
                        </p:cNvPr>
                        <p:cNvPicPr/>
                        <p:nvPr/>
                      </p:nvPicPr>
                      <p:blipFill>
                        <a:blip r:embed="rId26"/>
                        <a:stretch>
                          <a:fillRect/>
                        </a:stretch>
                      </p:blipFill>
                      <p:spPr>
                        <a:xfrm>
                          <a:off x="2479935" y="1451303"/>
                          <a:ext cx="444500" cy="1358900"/>
                        </a:xfrm>
                        <a:prstGeom prst="rect">
                          <a:avLst/>
                        </a:prstGeom>
                        <a:solidFill>
                          <a:srgbClr val="29F73D"/>
                        </a:solidFill>
                        <a:ln w="15875">
                          <a:noFill/>
                        </a:ln>
                      </p:spPr>
                    </p:pic>
                  </p:oleObj>
                </mc:Fallback>
              </mc:AlternateContent>
            </a:graphicData>
          </a:graphic>
        </p:graphicFrame>
        <p:graphicFrame>
          <p:nvGraphicFramePr>
            <p:cNvPr id="42" name="Object 41">
              <a:extLst>
                <a:ext uri="{FF2B5EF4-FFF2-40B4-BE49-F238E27FC236}">
                  <a16:creationId xmlns:a16="http://schemas.microsoft.com/office/drawing/2014/main" id="{F47A5809-99D7-0BBA-38E1-AD06CEFCFFD0}"/>
                </a:ext>
              </a:extLst>
            </p:cNvPr>
            <p:cNvGraphicFramePr>
              <a:graphicFrameLocks noChangeAspect="1"/>
            </p:cNvGraphicFramePr>
            <p:nvPr>
              <p:extLst>
                <p:ext uri="{D42A27DB-BD31-4B8C-83A1-F6EECF244321}">
                  <p14:modId xmlns:p14="http://schemas.microsoft.com/office/powerpoint/2010/main" val="1392797614"/>
                </p:ext>
              </p:extLst>
            </p:nvPr>
          </p:nvGraphicFramePr>
          <p:xfrm>
            <a:off x="3166005" y="1451303"/>
            <a:ext cx="444500" cy="1401762"/>
          </p:xfrm>
          <a:graphic>
            <a:graphicData uri="http://schemas.openxmlformats.org/presentationml/2006/ole">
              <mc:AlternateContent xmlns:mc="http://schemas.openxmlformats.org/markup-compatibility/2006">
                <mc:Choice xmlns:v="urn:schemas-microsoft-com:vml" Requires="v">
                  <p:oleObj name="Equation" r:id="rId27" imgW="266400" imgH="825480" progId="Equation.DSMT4">
                    <p:embed/>
                  </p:oleObj>
                </mc:Choice>
                <mc:Fallback>
                  <p:oleObj name="Equation" r:id="rId27" imgW="266400" imgH="825480" progId="Equation.DSMT4">
                    <p:embed/>
                    <p:pic>
                      <p:nvPicPr>
                        <p:cNvPr id="41" name="Object 40">
                          <a:extLst>
                            <a:ext uri="{FF2B5EF4-FFF2-40B4-BE49-F238E27FC236}">
                              <a16:creationId xmlns:a16="http://schemas.microsoft.com/office/drawing/2014/main" id="{9F04248E-0BBB-F7B2-8249-CB6353DB4080}"/>
                            </a:ext>
                          </a:extLst>
                        </p:cNvPr>
                        <p:cNvPicPr/>
                        <p:nvPr/>
                      </p:nvPicPr>
                      <p:blipFill>
                        <a:blip r:embed="rId28"/>
                        <a:stretch>
                          <a:fillRect/>
                        </a:stretch>
                      </p:blipFill>
                      <p:spPr>
                        <a:xfrm>
                          <a:off x="3166005" y="1451303"/>
                          <a:ext cx="444500" cy="1401762"/>
                        </a:xfrm>
                        <a:prstGeom prst="rect">
                          <a:avLst/>
                        </a:prstGeom>
                        <a:solidFill>
                          <a:srgbClr val="29F73D"/>
                        </a:solidFill>
                        <a:ln w="15875">
                          <a:noFill/>
                        </a:ln>
                      </p:spPr>
                    </p:pic>
                  </p:oleObj>
                </mc:Fallback>
              </mc:AlternateContent>
            </a:graphicData>
          </a:graphic>
        </p:graphicFrame>
        <p:graphicFrame>
          <p:nvGraphicFramePr>
            <p:cNvPr id="43" name="Object 42">
              <a:extLst>
                <a:ext uri="{FF2B5EF4-FFF2-40B4-BE49-F238E27FC236}">
                  <a16:creationId xmlns:a16="http://schemas.microsoft.com/office/drawing/2014/main" id="{63FD1C7E-56F7-3D8E-50B1-313308A07EB0}"/>
                </a:ext>
              </a:extLst>
            </p:cNvPr>
            <p:cNvGraphicFramePr>
              <a:graphicFrameLocks noChangeAspect="1"/>
            </p:cNvGraphicFramePr>
            <p:nvPr>
              <p:extLst>
                <p:ext uri="{D42A27DB-BD31-4B8C-83A1-F6EECF244321}">
                  <p14:modId xmlns:p14="http://schemas.microsoft.com/office/powerpoint/2010/main" val="1923442285"/>
                </p:ext>
              </p:extLst>
            </p:nvPr>
          </p:nvGraphicFramePr>
          <p:xfrm>
            <a:off x="3895088" y="1467588"/>
            <a:ext cx="465138" cy="1358900"/>
          </p:xfrm>
          <a:graphic>
            <a:graphicData uri="http://schemas.openxmlformats.org/presentationml/2006/ole">
              <mc:AlternateContent xmlns:mc="http://schemas.openxmlformats.org/markup-compatibility/2006">
                <mc:Choice xmlns:v="urn:schemas-microsoft-com:vml" Requires="v">
                  <p:oleObj name="Equation" r:id="rId29" imgW="279360" imgH="799920" progId="Equation.DSMT4">
                    <p:embed/>
                  </p:oleObj>
                </mc:Choice>
                <mc:Fallback>
                  <p:oleObj name="Equation" r:id="rId29" imgW="279360" imgH="799920" progId="Equation.DSMT4">
                    <p:embed/>
                    <p:pic>
                      <p:nvPicPr>
                        <p:cNvPr id="42" name="Object 41">
                          <a:extLst>
                            <a:ext uri="{FF2B5EF4-FFF2-40B4-BE49-F238E27FC236}">
                              <a16:creationId xmlns:a16="http://schemas.microsoft.com/office/drawing/2014/main" id="{F47A5809-99D7-0BBA-38E1-AD06CEFCFFD0}"/>
                            </a:ext>
                          </a:extLst>
                        </p:cNvPr>
                        <p:cNvPicPr/>
                        <p:nvPr/>
                      </p:nvPicPr>
                      <p:blipFill>
                        <a:blip r:embed="rId30"/>
                        <a:stretch>
                          <a:fillRect/>
                        </a:stretch>
                      </p:blipFill>
                      <p:spPr>
                        <a:xfrm>
                          <a:off x="3895088" y="1467588"/>
                          <a:ext cx="465138" cy="1358900"/>
                        </a:xfrm>
                        <a:prstGeom prst="rect">
                          <a:avLst/>
                        </a:prstGeom>
                        <a:solidFill>
                          <a:srgbClr val="29F73D"/>
                        </a:solidFill>
                        <a:ln w="15875">
                          <a:noFill/>
                        </a:ln>
                      </p:spPr>
                    </p:pic>
                  </p:oleObj>
                </mc:Fallback>
              </mc:AlternateContent>
            </a:graphicData>
          </a:graphic>
        </p:graphicFrame>
      </p:grpSp>
      <p:grpSp>
        <p:nvGrpSpPr>
          <p:cNvPr id="51" name="Group 50">
            <a:extLst>
              <a:ext uri="{FF2B5EF4-FFF2-40B4-BE49-F238E27FC236}">
                <a16:creationId xmlns:a16="http://schemas.microsoft.com/office/drawing/2014/main" id="{E714CB00-0E92-91A7-5AEC-6ED0EED1CD8E}"/>
              </a:ext>
            </a:extLst>
          </p:cNvPr>
          <p:cNvGrpSpPr/>
          <p:nvPr/>
        </p:nvGrpSpPr>
        <p:grpSpPr>
          <a:xfrm>
            <a:off x="5090518" y="1397066"/>
            <a:ext cx="3654796" cy="3191409"/>
            <a:chOff x="5090518" y="1397066"/>
            <a:chExt cx="3654796" cy="3191409"/>
          </a:xfrm>
        </p:grpSpPr>
        <p:graphicFrame>
          <p:nvGraphicFramePr>
            <p:cNvPr id="34" name="Object 33">
              <a:extLst>
                <a:ext uri="{FF2B5EF4-FFF2-40B4-BE49-F238E27FC236}">
                  <a16:creationId xmlns:a16="http://schemas.microsoft.com/office/drawing/2014/main" id="{5486F3C1-B81E-F427-8A71-290CC2488D7E}"/>
                </a:ext>
              </a:extLst>
            </p:cNvPr>
            <p:cNvGraphicFramePr>
              <a:graphicFrameLocks noChangeAspect="1"/>
            </p:cNvGraphicFramePr>
            <p:nvPr>
              <p:extLst>
                <p:ext uri="{D42A27DB-BD31-4B8C-83A1-F6EECF244321}">
                  <p14:modId xmlns:p14="http://schemas.microsoft.com/office/powerpoint/2010/main" val="1768607314"/>
                </p:ext>
              </p:extLst>
            </p:nvPr>
          </p:nvGraphicFramePr>
          <p:xfrm>
            <a:off x="5090518" y="4150832"/>
            <a:ext cx="695946" cy="437643"/>
          </p:xfrm>
          <a:graphic>
            <a:graphicData uri="http://schemas.openxmlformats.org/presentationml/2006/ole">
              <mc:AlternateContent xmlns:mc="http://schemas.openxmlformats.org/markup-compatibility/2006">
                <mc:Choice xmlns:v="urn:schemas-microsoft-com:vml" Requires="v">
                  <p:oleObj name="Equation" r:id="rId31" imgW="330120" imgH="203040" progId="Equation.DSMT4">
                    <p:embed/>
                  </p:oleObj>
                </mc:Choice>
                <mc:Fallback>
                  <p:oleObj name="Equation" r:id="rId31" imgW="330120" imgH="203040" progId="Equation.DSMT4">
                    <p:embed/>
                    <p:pic>
                      <p:nvPicPr>
                        <p:cNvPr id="28" name="Object 27">
                          <a:extLst>
                            <a:ext uri="{FF2B5EF4-FFF2-40B4-BE49-F238E27FC236}">
                              <a16:creationId xmlns:a16="http://schemas.microsoft.com/office/drawing/2014/main" id="{E92ECB74-930F-D7A7-4434-5A9C0DBAB3AD}"/>
                            </a:ext>
                          </a:extLst>
                        </p:cNvPr>
                        <p:cNvPicPr/>
                        <p:nvPr/>
                      </p:nvPicPr>
                      <p:blipFill>
                        <a:blip r:embed="rId32"/>
                        <a:stretch>
                          <a:fillRect/>
                        </a:stretch>
                      </p:blipFill>
                      <p:spPr>
                        <a:xfrm>
                          <a:off x="5090518" y="4150832"/>
                          <a:ext cx="695946" cy="437643"/>
                        </a:xfrm>
                        <a:prstGeom prst="rect">
                          <a:avLst/>
                        </a:prstGeom>
                        <a:solidFill>
                          <a:srgbClr val="FFC000"/>
                        </a:solidFill>
                        <a:ln w="15875">
                          <a:noFill/>
                        </a:ln>
                      </p:spPr>
                    </p:pic>
                  </p:oleObj>
                </mc:Fallback>
              </mc:AlternateContent>
            </a:graphicData>
          </a:graphic>
        </p:graphicFrame>
        <p:graphicFrame>
          <p:nvGraphicFramePr>
            <p:cNvPr id="35" name="Object 34">
              <a:extLst>
                <a:ext uri="{FF2B5EF4-FFF2-40B4-BE49-F238E27FC236}">
                  <a16:creationId xmlns:a16="http://schemas.microsoft.com/office/drawing/2014/main" id="{749C8651-AEB1-3BFA-4984-E07942B94407}"/>
                </a:ext>
              </a:extLst>
            </p:cNvPr>
            <p:cNvGraphicFramePr>
              <a:graphicFrameLocks noChangeAspect="1"/>
            </p:cNvGraphicFramePr>
            <p:nvPr>
              <p:extLst>
                <p:ext uri="{D42A27DB-BD31-4B8C-83A1-F6EECF244321}">
                  <p14:modId xmlns:p14="http://schemas.microsoft.com/office/powerpoint/2010/main" val="197255435"/>
                </p:ext>
              </p:extLst>
            </p:nvPr>
          </p:nvGraphicFramePr>
          <p:xfrm>
            <a:off x="5892874" y="1406870"/>
            <a:ext cx="550863" cy="3146425"/>
          </p:xfrm>
          <a:graphic>
            <a:graphicData uri="http://schemas.openxmlformats.org/presentationml/2006/ole">
              <mc:AlternateContent xmlns:mc="http://schemas.openxmlformats.org/markup-compatibility/2006">
                <mc:Choice xmlns:v="urn:schemas-microsoft-com:vml" Requires="v">
                  <p:oleObj name="Equation" r:id="rId33" imgW="330120" imgH="1854000" progId="Equation.DSMT4">
                    <p:embed/>
                  </p:oleObj>
                </mc:Choice>
                <mc:Fallback>
                  <p:oleObj name="Equation" r:id="rId33" imgW="330120" imgH="1854000" progId="Equation.DSMT4">
                    <p:embed/>
                    <p:pic>
                      <p:nvPicPr>
                        <p:cNvPr id="29" name="Object 28">
                          <a:extLst>
                            <a:ext uri="{FF2B5EF4-FFF2-40B4-BE49-F238E27FC236}">
                              <a16:creationId xmlns:a16="http://schemas.microsoft.com/office/drawing/2014/main" id="{F2C4C721-3686-28C0-6358-972CC631AFCC}"/>
                            </a:ext>
                          </a:extLst>
                        </p:cNvPr>
                        <p:cNvPicPr/>
                        <p:nvPr/>
                      </p:nvPicPr>
                      <p:blipFill>
                        <a:blip r:embed="rId34"/>
                        <a:stretch>
                          <a:fillRect/>
                        </a:stretch>
                      </p:blipFill>
                      <p:spPr>
                        <a:xfrm>
                          <a:off x="5892874" y="1406870"/>
                          <a:ext cx="550863" cy="3146425"/>
                        </a:xfrm>
                        <a:prstGeom prst="rect">
                          <a:avLst/>
                        </a:prstGeom>
                        <a:solidFill>
                          <a:srgbClr val="FFC000"/>
                        </a:solidFill>
                        <a:ln w="15875">
                          <a:noFill/>
                        </a:ln>
                      </p:spPr>
                    </p:pic>
                  </p:oleObj>
                </mc:Fallback>
              </mc:AlternateContent>
            </a:graphicData>
          </a:graphic>
        </p:graphicFrame>
        <p:graphicFrame>
          <p:nvGraphicFramePr>
            <p:cNvPr id="47" name="Object 46">
              <a:extLst>
                <a:ext uri="{FF2B5EF4-FFF2-40B4-BE49-F238E27FC236}">
                  <a16:creationId xmlns:a16="http://schemas.microsoft.com/office/drawing/2014/main" id="{231B6526-31BF-7FDC-AD4A-10008E820A43}"/>
                </a:ext>
              </a:extLst>
            </p:cNvPr>
            <p:cNvGraphicFramePr>
              <a:graphicFrameLocks noChangeAspect="1"/>
            </p:cNvGraphicFramePr>
            <p:nvPr>
              <p:extLst>
                <p:ext uri="{D42A27DB-BD31-4B8C-83A1-F6EECF244321}">
                  <p14:modId xmlns:p14="http://schemas.microsoft.com/office/powerpoint/2010/main" val="1099309105"/>
                </p:ext>
              </p:extLst>
            </p:nvPr>
          </p:nvGraphicFramePr>
          <p:xfrm>
            <a:off x="6710058" y="1413779"/>
            <a:ext cx="508000" cy="3146425"/>
          </p:xfrm>
          <a:graphic>
            <a:graphicData uri="http://schemas.openxmlformats.org/presentationml/2006/ole">
              <mc:AlternateContent xmlns:mc="http://schemas.openxmlformats.org/markup-compatibility/2006">
                <mc:Choice xmlns:v="urn:schemas-microsoft-com:vml" Requires="v">
                  <p:oleObj name="Equation" r:id="rId35" imgW="304560" imgH="1854000" progId="Equation.DSMT4">
                    <p:embed/>
                  </p:oleObj>
                </mc:Choice>
                <mc:Fallback>
                  <p:oleObj name="Equation" r:id="rId35" imgW="304560" imgH="1854000" progId="Equation.DSMT4">
                    <p:embed/>
                    <p:pic>
                      <p:nvPicPr>
                        <p:cNvPr id="35" name="Object 34">
                          <a:extLst>
                            <a:ext uri="{FF2B5EF4-FFF2-40B4-BE49-F238E27FC236}">
                              <a16:creationId xmlns:a16="http://schemas.microsoft.com/office/drawing/2014/main" id="{749C8651-AEB1-3BFA-4984-E07942B94407}"/>
                            </a:ext>
                          </a:extLst>
                        </p:cNvPr>
                        <p:cNvPicPr/>
                        <p:nvPr/>
                      </p:nvPicPr>
                      <p:blipFill>
                        <a:blip r:embed="rId36"/>
                        <a:stretch>
                          <a:fillRect/>
                        </a:stretch>
                      </p:blipFill>
                      <p:spPr>
                        <a:xfrm>
                          <a:off x="6710058" y="1413779"/>
                          <a:ext cx="508000" cy="3146425"/>
                        </a:xfrm>
                        <a:prstGeom prst="rect">
                          <a:avLst/>
                        </a:prstGeom>
                        <a:solidFill>
                          <a:srgbClr val="FFC000"/>
                        </a:solidFill>
                        <a:ln w="15875">
                          <a:noFill/>
                        </a:ln>
                      </p:spPr>
                    </p:pic>
                  </p:oleObj>
                </mc:Fallback>
              </mc:AlternateContent>
            </a:graphicData>
          </a:graphic>
        </p:graphicFrame>
        <p:graphicFrame>
          <p:nvGraphicFramePr>
            <p:cNvPr id="48" name="Object 47">
              <a:extLst>
                <a:ext uri="{FF2B5EF4-FFF2-40B4-BE49-F238E27FC236}">
                  <a16:creationId xmlns:a16="http://schemas.microsoft.com/office/drawing/2014/main" id="{C18B3438-E54C-6184-5155-6214B3076258}"/>
                </a:ext>
              </a:extLst>
            </p:cNvPr>
            <p:cNvGraphicFramePr>
              <a:graphicFrameLocks noChangeAspect="1"/>
            </p:cNvGraphicFramePr>
            <p:nvPr>
              <p:extLst>
                <p:ext uri="{D42A27DB-BD31-4B8C-83A1-F6EECF244321}">
                  <p14:modId xmlns:p14="http://schemas.microsoft.com/office/powerpoint/2010/main" val="242959194"/>
                </p:ext>
              </p:extLst>
            </p:nvPr>
          </p:nvGraphicFramePr>
          <p:xfrm>
            <a:off x="7483054" y="1413779"/>
            <a:ext cx="487362" cy="3146425"/>
          </p:xfrm>
          <a:graphic>
            <a:graphicData uri="http://schemas.openxmlformats.org/presentationml/2006/ole">
              <mc:AlternateContent xmlns:mc="http://schemas.openxmlformats.org/markup-compatibility/2006">
                <mc:Choice xmlns:v="urn:schemas-microsoft-com:vml" Requires="v">
                  <p:oleObj name="Equation" r:id="rId37" imgW="291960" imgH="1854000" progId="Equation.DSMT4">
                    <p:embed/>
                  </p:oleObj>
                </mc:Choice>
                <mc:Fallback>
                  <p:oleObj name="Equation" r:id="rId37" imgW="291960" imgH="1854000" progId="Equation.DSMT4">
                    <p:embed/>
                    <p:pic>
                      <p:nvPicPr>
                        <p:cNvPr id="47" name="Object 46">
                          <a:extLst>
                            <a:ext uri="{FF2B5EF4-FFF2-40B4-BE49-F238E27FC236}">
                              <a16:creationId xmlns:a16="http://schemas.microsoft.com/office/drawing/2014/main" id="{231B6526-31BF-7FDC-AD4A-10008E820A43}"/>
                            </a:ext>
                          </a:extLst>
                        </p:cNvPr>
                        <p:cNvPicPr/>
                        <p:nvPr/>
                      </p:nvPicPr>
                      <p:blipFill>
                        <a:blip r:embed="rId38"/>
                        <a:stretch>
                          <a:fillRect/>
                        </a:stretch>
                      </p:blipFill>
                      <p:spPr>
                        <a:xfrm>
                          <a:off x="7483054" y="1413779"/>
                          <a:ext cx="487362" cy="3146425"/>
                        </a:xfrm>
                        <a:prstGeom prst="rect">
                          <a:avLst/>
                        </a:prstGeom>
                        <a:solidFill>
                          <a:srgbClr val="FFC000"/>
                        </a:solidFill>
                        <a:ln w="15875">
                          <a:noFill/>
                        </a:ln>
                      </p:spPr>
                    </p:pic>
                  </p:oleObj>
                </mc:Fallback>
              </mc:AlternateContent>
            </a:graphicData>
          </a:graphic>
        </p:graphicFrame>
        <p:graphicFrame>
          <p:nvGraphicFramePr>
            <p:cNvPr id="49" name="Object 48">
              <a:extLst>
                <a:ext uri="{FF2B5EF4-FFF2-40B4-BE49-F238E27FC236}">
                  <a16:creationId xmlns:a16="http://schemas.microsoft.com/office/drawing/2014/main" id="{0E87403D-85B5-4580-5126-0D1C0DE63631}"/>
                </a:ext>
              </a:extLst>
            </p:cNvPr>
            <p:cNvGraphicFramePr>
              <a:graphicFrameLocks noChangeAspect="1"/>
            </p:cNvGraphicFramePr>
            <p:nvPr>
              <p:extLst>
                <p:ext uri="{D42A27DB-BD31-4B8C-83A1-F6EECF244321}">
                  <p14:modId xmlns:p14="http://schemas.microsoft.com/office/powerpoint/2010/main" val="3063357964"/>
                </p:ext>
              </p:extLst>
            </p:nvPr>
          </p:nvGraphicFramePr>
          <p:xfrm>
            <a:off x="8216676" y="1397066"/>
            <a:ext cx="528638" cy="3146425"/>
          </p:xfrm>
          <a:graphic>
            <a:graphicData uri="http://schemas.openxmlformats.org/presentationml/2006/ole">
              <mc:AlternateContent xmlns:mc="http://schemas.openxmlformats.org/markup-compatibility/2006">
                <mc:Choice xmlns:v="urn:schemas-microsoft-com:vml" Requires="v">
                  <p:oleObj name="Equation" r:id="rId39" imgW="317160" imgH="1854000" progId="Equation.DSMT4">
                    <p:embed/>
                  </p:oleObj>
                </mc:Choice>
                <mc:Fallback>
                  <p:oleObj name="Equation" r:id="rId39" imgW="317160" imgH="1854000" progId="Equation.DSMT4">
                    <p:embed/>
                    <p:pic>
                      <p:nvPicPr>
                        <p:cNvPr id="48" name="Object 47">
                          <a:extLst>
                            <a:ext uri="{FF2B5EF4-FFF2-40B4-BE49-F238E27FC236}">
                              <a16:creationId xmlns:a16="http://schemas.microsoft.com/office/drawing/2014/main" id="{C18B3438-E54C-6184-5155-6214B3076258}"/>
                            </a:ext>
                          </a:extLst>
                        </p:cNvPr>
                        <p:cNvPicPr/>
                        <p:nvPr/>
                      </p:nvPicPr>
                      <p:blipFill>
                        <a:blip r:embed="rId40"/>
                        <a:stretch>
                          <a:fillRect/>
                        </a:stretch>
                      </p:blipFill>
                      <p:spPr>
                        <a:xfrm>
                          <a:off x="8216676" y="1397066"/>
                          <a:ext cx="528638" cy="3146425"/>
                        </a:xfrm>
                        <a:prstGeom prst="rect">
                          <a:avLst/>
                        </a:prstGeom>
                        <a:solidFill>
                          <a:srgbClr val="FFC000"/>
                        </a:solidFill>
                        <a:ln w="15875">
                          <a:noFill/>
                        </a:ln>
                      </p:spPr>
                    </p:pic>
                  </p:oleObj>
                </mc:Fallback>
              </mc:AlternateContent>
            </a:graphicData>
          </a:graphic>
        </p:graphicFrame>
      </p:grpSp>
      <p:graphicFrame>
        <p:nvGraphicFramePr>
          <p:cNvPr id="50" name="Object 49">
            <a:extLst>
              <a:ext uri="{FF2B5EF4-FFF2-40B4-BE49-F238E27FC236}">
                <a16:creationId xmlns:a16="http://schemas.microsoft.com/office/drawing/2014/main" id="{D4BB011A-8BA1-797D-88E9-AA5A8B6479F9}"/>
              </a:ext>
            </a:extLst>
          </p:cNvPr>
          <p:cNvGraphicFramePr>
            <a:graphicFrameLocks noChangeAspect="1"/>
          </p:cNvGraphicFramePr>
          <p:nvPr>
            <p:extLst>
              <p:ext uri="{D42A27DB-BD31-4B8C-83A1-F6EECF244321}">
                <p14:modId xmlns:p14="http://schemas.microsoft.com/office/powerpoint/2010/main" val="382427027"/>
              </p:ext>
            </p:extLst>
          </p:nvPr>
        </p:nvGraphicFramePr>
        <p:xfrm>
          <a:off x="8619337" y="1101863"/>
          <a:ext cx="381000" cy="258763"/>
        </p:xfrm>
        <a:graphic>
          <a:graphicData uri="http://schemas.openxmlformats.org/presentationml/2006/ole">
            <mc:AlternateContent xmlns:mc="http://schemas.openxmlformats.org/markup-compatibility/2006">
              <mc:Choice xmlns:v="urn:schemas-microsoft-com:vml" Requires="v">
                <p:oleObj name="Equation" r:id="rId41" imgW="152280" imgH="101520" progId="Equation.DSMT4">
                  <p:embed/>
                </p:oleObj>
              </mc:Choice>
              <mc:Fallback>
                <p:oleObj name="Equation" r:id="rId41" imgW="152280" imgH="101520" progId="Equation.DSMT4">
                  <p:embed/>
                  <p:pic>
                    <p:nvPicPr>
                      <p:cNvPr id="13" name="Object 12">
                        <a:extLst>
                          <a:ext uri="{FF2B5EF4-FFF2-40B4-BE49-F238E27FC236}">
                            <a16:creationId xmlns:a16="http://schemas.microsoft.com/office/drawing/2014/main" id="{F761AF36-FD38-B0B7-DB2D-B17D571EB9FE}"/>
                          </a:ext>
                        </a:extLst>
                      </p:cNvPr>
                      <p:cNvPicPr/>
                      <p:nvPr/>
                    </p:nvPicPr>
                    <p:blipFill>
                      <a:blip r:embed="rId4"/>
                      <a:stretch>
                        <a:fillRect/>
                      </a:stretch>
                    </p:blipFill>
                    <p:spPr>
                      <a:xfrm>
                        <a:off x="8619337" y="1101863"/>
                        <a:ext cx="381000" cy="258763"/>
                      </a:xfrm>
                      <a:prstGeom prst="rect">
                        <a:avLst/>
                      </a:prstGeom>
                      <a:noFill/>
                      <a:ln w="15875">
                        <a:noFill/>
                      </a:ln>
                    </p:spPr>
                  </p:pic>
                </p:oleObj>
              </mc:Fallback>
            </mc:AlternateContent>
          </a:graphicData>
        </a:graphic>
      </p:graphicFrame>
      <p:graphicFrame>
        <p:nvGraphicFramePr>
          <p:cNvPr id="53" name="Object 52">
            <a:extLst>
              <a:ext uri="{FF2B5EF4-FFF2-40B4-BE49-F238E27FC236}">
                <a16:creationId xmlns:a16="http://schemas.microsoft.com/office/drawing/2014/main" id="{0B2BF86E-3946-7A20-C1FA-5BCA1C18DA11}"/>
              </a:ext>
            </a:extLst>
          </p:cNvPr>
          <p:cNvGraphicFramePr>
            <a:graphicFrameLocks noChangeAspect="1"/>
          </p:cNvGraphicFramePr>
          <p:nvPr>
            <p:extLst>
              <p:ext uri="{D42A27DB-BD31-4B8C-83A1-F6EECF244321}">
                <p14:modId xmlns:p14="http://schemas.microsoft.com/office/powerpoint/2010/main" val="1404194559"/>
              </p:ext>
            </p:extLst>
          </p:nvPr>
        </p:nvGraphicFramePr>
        <p:xfrm>
          <a:off x="1821161" y="5101653"/>
          <a:ext cx="5429250" cy="1136650"/>
        </p:xfrm>
        <a:graphic>
          <a:graphicData uri="http://schemas.openxmlformats.org/presentationml/2006/ole">
            <mc:AlternateContent xmlns:mc="http://schemas.openxmlformats.org/markup-compatibility/2006">
              <mc:Choice xmlns:v="urn:schemas-microsoft-com:vml" Requires="v">
                <p:oleObj name="Equation" r:id="rId42" imgW="2171520" imgH="444240" progId="Equation.DSMT4">
                  <p:embed/>
                </p:oleObj>
              </mc:Choice>
              <mc:Fallback>
                <p:oleObj name="Equation" r:id="rId42" imgW="2171520" imgH="444240" progId="Equation.DSMT4">
                  <p:embed/>
                  <p:pic>
                    <p:nvPicPr>
                      <p:cNvPr id="34" name="Object 33">
                        <a:extLst>
                          <a:ext uri="{FF2B5EF4-FFF2-40B4-BE49-F238E27FC236}">
                            <a16:creationId xmlns:a16="http://schemas.microsoft.com/office/drawing/2014/main" id="{5486F3C1-B81E-F427-8A71-290CC2488D7E}"/>
                          </a:ext>
                        </a:extLst>
                      </p:cNvPr>
                      <p:cNvPicPr/>
                      <p:nvPr/>
                    </p:nvPicPr>
                    <p:blipFill>
                      <a:blip r:embed="rId43"/>
                      <a:stretch>
                        <a:fillRect/>
                      </a:stretch>
                    </p:blipFill>
                    <p:spPr>
                      <a:xfrm>
                        <a:off x="1821161" y="5101653"/>
                        <a:ext cx="5429250" cy="1136650"/>
                      </a:xfrm>
                      <a:prstGeom prst="rect">
                        <a:avLst/>
                      </a:prstGeom>
                      <a:solidFill>
                        <a:schemeClr val="bg1"/>
                      </a:solidFill>
                      <a:ln w="15875">
                        <a:noFill/>
                      </a:ln>
                    </p:spPr>
                  </p:pic>
                </p:oleObj>
              </mc:Fallback>
            </mc:AlternateContent>
          </a:graphicData>
        </a:graphic>
      </p:graphicFrame>
      <p:graphicFrame>
        <p:nvGraphicFramePr>
          <p:cNvPr id="54" name="Object 53">
            <a:extLst>
              <a:ext uri="{FF2B5EF4-FFF2-40B4-BE49-F238E27FC236}">
                <a16:creationId xmlns:a16="http://schemas.microsoft.com/office/drawing/2014/main" id="{1C2FE8B0-2602-8B1E-F06A-AAF239877B61}"/>
              </a:ext>
            </a:extLst>
          </p:cNvPr>
          <p:cNvGraphicFramePr>
            <a:graphicFrameLocks noChangeAspect="1"/>
          </p:cNvGraphicFramePr>
          <p:nvPr>
            <p:extLst>
              <p:ext uri="{D42A27DB-BD31-4B8C-83A1-F6EECF244321}">
                <p14:modId xmlns:p14="http://schemas.microsoft.com/office/powerpoint/2010/main" val="1702351406"/>
              </p:ext>
            </p:extLst>
          </p:nvPr>
        </p:nvGraphicFramePr>
        <p:xfrm>
          <a:off x="5597211" y="1090274"/>
          <a:ext cx="381000" cy="258763"/>
        </p:xfrm>
        <a:graphic>
          <a:graphicData uri="http://schemas.openxmlformats.org/presentationml/2006/ole">
            <mc:AlternateContent xmlns:mc="http://schemas.openxmlformats.org/markup-compatibility/2006">
              <mc:Choice xmlns:v="urn:schemas-microsoft-com:vml" Requires="v">
                <p:oleObj name="Equation" r:id="rId44" imgW="152280" imgH="101520" progId="Equation.DSMT4">
                  <p:embed/>
                </p:oleObj>
              </mc:Choice>
              <mc:Fallback>
                <p:oleObj name="Equation" r:id="rId44" imgW="152280" imgH="101520" progId="Equation.DSMT4">
                  <p:embed/>
                  <p:pic>
                    <p:nvPicPr>
                      <p:cNvPr id="13" name="Object 12">
                        <a:extLst>
                          <a:ext uri="{FF2B5EF4-FFF2-40B4-BE49-F238E27FC236}">
                            <a16:creationId xmlns:a16="http://schemas.microsoft.com/office/drawing/2014/main" id="{F761AF36-FD38-B0B7-DB2D-B17D571EB9FE}"/>
                          </a:ext>
                        </a:extLst>
                      </p:cNvPr>
                      <p:cNvPicPr/>
                      <p:nvPr/>
                    </p:nvPicPr>
                    <p:blipFill>
                      <a:blip r:embed="rId4"/>
                      <a:stretch>
                        <a:fillRect/>
                      </a:stretch>
                    </p:blipFill>
                    <p:spPr>
                      <a:xfrm>
                        <a:off x="5597211" y="1090274"/>
                        <a:ext cx="381000" cy="258763"/>
                      </a:xfrm>
                      <a:prstGeom prst="rect">
                        <a:avLst/>
                      </a:prstGeom>
                      <a:noFill/>
                      <a:ln w="15875">
                        <a:noFill/>
                      </a:ln>
                    </p:spPr>
                  </p:pic>
                </p:oleObj>
              </mc:Fallback>
            </mc:AlternateContent>
          </a:graphicData>
        </a:graphic>
      </p:graphicFrame>
    </p:spTree>
    <p:extLst>
      <p:ext uri="{BB962C8B-B14F-4D97-AF65-F5344CB8AC3E}">
        <p14:creationId xmlns:p14="http://schemas.microsoft.com/office/powerpoint/2010/main" val="398828968"/>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additive="base">
                                        <p:cTn id="19" dur="500" fill="hold"/>
                                        <p:tgtEl>
                                          <p:spTgt spid="39"/>
                                        </p:tgtEl>
                                        <p:attrNameLst>
                                          <p:attrName>ppt_x</p:attrName>
                                        </p:attrNameLst>
                                      </p:cBhvr>
                                      <p:tavLst>
                                        <p:tav tm="0">
                                          <p:val>
                                            <p:strVal val="#ppt_x"/>
                                          </p:val>
                                        </p:tav>
                                        <p:tav tm="100000">
                                          <p:val>
                                            <p:strVal val="#ppt_x"/>
                                          </p:val>
                                        </p:tav>
                                      </p:tavLst>
                                    </p:anim>
                                    <p:anim calcmode="lin" valueType="num">
                                      <p:cBhvr additive="base">
                                        <p:cTn id="2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DA2E1-8B3F-CD33-6A14-1DBA1F31CF14}"/>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FE4228B5-9848-7F7D-B68C-E55EB0776AC8}"/>
              </a:ext>
            </a:extLst>
          </p:cNvPr>
          <p:cNvSpPr>
            <a:spLocks noGrp="1"/>
          </p:cNvSpPr>
          <p:nvPr>
            <p:ph type="title"/>
          </p:nvPr>
        </p:nvSpPr>
        <p:spPr>
          <a:xfrm>
            <a:off x="395536" y="219075"/>
            <a:ext cx="8253163" cy="833661"/>
          </a:xfrm>
        </p:spPr>
        <p:txBody>
          <a:bodyPr anchor="ctr" anchorCtr="0"/>
          <a:lstStyle/>
          <a:p>
            <a:pPr algn="ctr"/>
            <a:r>
              <a:rPr lang="en-US" sz="3600" dirty="0"/>
              <a:t>Algorithm</a:t>
            </a:r>
          </a:p>
        </p:txBody>
      </p:sp>
      <mc:AlternateContent xmlns:mc="http://schemas.openxmlformats.org/markup-compatibility/2006" xmlns:a14="http://schemas.microsoft.com/office/drawing/2010/main">
        <mc:Choice Requires="a14">
          <p:sp>
            <p:nvSpPr>
              <p:cNvPr id="9220" name="Content Placeholder 3">
                <a:extLst>
                  <a:ext uri="{FF2B5EF4-FFF2-40B4-BE49-F238E27FC236}">
                    <a16:creationId xmlns:a16="http://schemas.microsoft.com/office/drawing/2014/main" id="{F4B0E26B-D902-F16F-3D60-4E14AFF356F4}"/>
                  </a:ext>
                </a:extLst>
              </p:cNvPr>
              <p:cNvSpPr>
                <a:spLocks noGrp="1"/>
              </p:cNvSpPr>
              <p:nvPr>
                <p:ph sz="quarter" idx="1"/>
              </p:nvPr>
            </p:nvSpPr>
            <p:spPr>
              <a:xfrm>
                <a:off x="251521" y="980728"/>
                <a:ext cx="8352927" cy="5472608"/>
              </a:xfrm>
              <a:noFill/>
            </p:spPr>
            <p:txBody>
              <a:bodyPr/>
              <a:lstStyle/>
              <a:p>
                <a:r>
                  <a:rPr lang="en-US" sz="2800" dirty="0">
                    <a:latin typeface="Calibri" panose="020F0502020204030204" pitchFamily="34" charset="0"/>
                    <a:cs typeface="Calibri" panose="020F0502020204030204" pitchFamily="34" charset="0"/>
                  </a:rPr>
                  <a:t>Define Euclidean “distance” between two “points” :</a:t>
                </a:r>
              </a:p>
              <a:p>
                <a:pPr marL="0" indent="0" algn="ctr">
                  <a:buNone/>
                </a:pPr>
                <a14:m>
                  <m:oMath xmlns:m="http://schemas.openxmlformats.org/officeDocument/2006/math">
                    <m:sSubSup>
                      <m:sSubSupPr>
                        <m:ctrlPr>
                          <a:rPr lang="en-CA" sz="2400" i="1">
                            <a:latin typeface="Cambria Math" panose="02040503050406030204" pitchFamily="18" charset="0"/>
                            <a:ea typeface="DengXian" panose="02010600030101010101" pitchFamily="2" charset="-122"/>
                            <a:cs typeface="Times New Roman" panose="02020603050405020304" pitchFamily="18" charset="0"/>
                          </a:rPr>
                        </m:ctrlPr>
                      </m:sSubSupPr>
                      <m:e>
                        <m:r>
                          <a:rPr lang="en-CA" sz="2400" i="1">
                            <a:latin typeface="Cambria Math" panose="02040503050406030204" pitchFamily="18" charset="0"/>
                            <a:ea typeface="Calibri" panose="020F0502020204030204" pitchFamily="34" charset="0"/>
                            <a:cs typeface="Times New Roman" panose="02020603050405020304" pitchFamily="18" charset="0"/>
                          </a:rPr>
                          <m:t>𝜖</m:t>
                        </m:r>
                      </m:e>
                      <m:sub>
                        <m:r>
                          <a:rPr lang="en-US" sz="2400" b="0" i="1" smtClean="0">
                            <a:latin typeface="Cambria Math" panose="02040503050406030204" pitchFamily="18" charset="0"/>
                            <a:ea typeface="DengXian" panose="02010600030101010101" pitchFamily="2" charset="-122"/>
                            <a:cs typeface="Times New Roman" panose="02020603050405020304" pitchFamily="18" charset="0"/>
                          </a:rPr>
                          <m:t>𝑥</m:t>
                        </m:r>
                        <m:r>
                          <a:rPr lang="en-CA" sz="2400" i="1">
                            <a:latin typeface="Cambria Math" panose="02040503050406030204" pitchFamily="18" charset="0"/>
                            <a:ea typeface="DengXian" panose="02010600030101010101" pitchFamily="2" charset="-122"/>
                            <a:cs typeface="Times New Roman" panose="02020603050405020304" pitchFamily="18" charset="0"/>
                          </a:rPr>
                          <m:t>𝑖</m:t>
                        </m:r>
                        <m:r>
                          <a:rPr lang="en-US" sz="2400" b="0" i="1" smtClean="0">
                            <a:latin typeface="Cambria Math" panose="02040503050406030204" pitchFamily="18" charset="0"/>
                            <a:ea typeface="DengXian" panose="02010600030101010101" pitchFamily="2" charset="-122"/>
                            <a:cs typeface="Times New Roman" panose="02020603050405020304" pitchFamily="18" charset="0"/>
                          </a:rPr>
                          <m:t>𝑗</m:t>
                        </m:r>
                      </m:sub>
                      <m:sup>
                        <m:r>
                          <a:rPr lang="en-CA" sz="2400" i="1">
                            <a:latin typeface="Cambria Math" panose="02040503050406030204" pitchFamily="18" charset="0"/>
                            <a:ea typeface="DengXian" panose="02010600030101010101" pitchFamily="2" charset="-122"/>
                            <a:cs typeface="Times New Roman" panose="02020603050405020304" pitchFamily="18" charset="0"/>
                          </a:rPr>
                          <m:t>𝑀</m:t>
                        </m:r>
                      </m:sup>
                    </m:sSubSup>
                    <m:r>
                      <a:rPr lang="en-CA" sz="240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dPr>
                      <m:e>
                        <m:sSubSup>
                          <m:sSubSupPr>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CA" sz="2400" b="1" i="0">
                                <a:effectLst/>
                                <a:latin typeface="Cambria Math" panose="02040503050406030204" pitchFamily="18" charset="0"/>
                                <a:ea typeface="DengXian" panose="02010600030101010101" pitchFamily="2" charset="-122"/>
                                <a:cs typeface="Times New Roman" panose="02020603050405020304" pitchFamily="18" charset="0"/>
                              </a:rPr>
                              <m:t>𝐱</m:t>
                            </m:r>
                          </m:e>
                          <m:sub>
                            <m:r>
                              <a:rPr lang="en-CA" sz="2400" i="1">
                                <a:effectLst/>
                                <a:latin typeface="Cambria Math" panose="02040503050406030204" pitchFamily="18" charset="0"/>
                                <a:ea typeface="DengXian" panose="02010600030101010101" pitchFamily="2" charset="-122"/>
                                <a:cs typeface="Times New Roman" panose="02020603050405020304" pitchFamily="18" charset="0"/>
                              </a:rPr>
                              <m:t>𝑖</m:t>
                            </m:r>
                          </m:sub>
                          <m:sup>
                            <m:r>
                              <a:rPr lang="en-CA" sz="2400" i="1">
                                <a:effectLst/>
                                <a:latin typeface="Cambria Math" panose="02040503050406030204" pitchFamily="18" charset="0"/>
                                <a:ea typeface="DengXian" panose="02010600030101010101" pitchFamily="2" charset="-122"/>
                                <a:cs typeface="Times New Roman" panose="02020603050405020304" pitchFamily="18" charset="0"/>
                              </a:rPr>
                              <m:t>𝑀</m:t>
                            </m:r>
                          </m:sup>
                        </m:sSubSup>
                        <m:r>
                          <a:rPr lang="en-CA" sz="2400" i="1">
                            <a:effectLst/>
                            <a:latin typeface="Cambria Math" panose="02040503050406030204" pitchFamily="18" charset="0"/>
                            <a:ea typeface="DengXian" panose="02010600030101010101" pitchFamily="2" charset="-122"/>
                            <a:cs typeface="Times New Roman" panose="02020603050405020304" pitchFamily="18" charset="0"/>
                          </a:rPr>
                          <m:t>−</m:t>
                        </m:r>
                        <m:sSubSup>
                          <m:sSubSupPr>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CA" sz="2400" b="1" i="0">
                                <a:effectLst/>
                                <a:latin typeface="Cambria Math" panose="02040503050406030204" pitchFamily="18" charset="0"/>
                                <a:ea typeface="DengXian" panose="02010600030101010101" pitchFamily="2" charset="-122"/>
                                <a:cs typeface="Times New Roman" panose="02020603050405020304" pitchFamily="18" charset="0"/>
                              </a:rPr>
                              <m:t>𝐱</m:t>
                            </m:r>
                          </m:e>
                          <m:sub>
                            <m:r>
                              <a:rPr lang="en-CA" sz="2400" i="1">
                                <a:effectLst/>
                                <a:latin typeface="Cambria Math" panose="02040503050406030204" pitchFamily="18" charset="0"/>
                                <a:ea typeface="DengXian" panose="02010600030101010101" pitchFamily="2" charset="-122"/>
                                <a:cs typeface="Times New Roman" panose="02020603050405020304" pitchFamily="18" charset="0"/>
                              </a:rPr>
                              <m:t>𝑗</m:t>
                            </m:r>
                          </m:sub>
                          <m:sup>
                            <m:r>
                              <a:rPr lang="en-CA" sz="2400" i="1">
                                <a:effectLst/>
                                <a:latin typeface="Cambria Math" panose="02040503050406030204" pitchFamily="18" charset="0"/>
                                <a:ea typeface="DengXian" panose="02010600030101010101" pitchFamily="2" charset="-122"/>
                                <a:cs typeface="Times New Roman" panose="02020603050405020304" pitchFamily="18" charset="0"/>
                              </a:rPr>
                              <m:t>𝑀</m:t>
                            </m:r>
                          </m:sup>
                        </m:sSubSup>
                      </m:e>
                    </m:d>
                  </m:oMath>
                </a14:m>
                <a:r>
                  <a:rPr lang="en-US" sz="2800" dirty="0">
                    <a:latin typeface="Calibri" panose="020F0502020204030204" pitchFamily="34" charset="0"/>
                    <a:cs typeface="Calibri" panose="020F0502020204030204" pitchFamily="34" charset="0"/>
                  </a:rPr>
                  <a:t>,           </a:t>
                </a:r>
                <a14:m>
                  <m:oMath xmlns:m="http://schemas.openxmlformats.org/officeDocument/2006/math">
                    <m:sSubSup>
                      <m:sSubSupPr>
                        <m:ctrlPr>
                          <a:rPr lang="en-CA" sz="2800" i="1">
                            <a:latin typeface="Cambria Math" panose="02040503050406030204" pitchFamily="18" charset="0"/>
                            <a:ea typeface="DengXian" panose="02010600030101010101" pitchFamily="2" charset="-122"/>
                            <a:cs typeface="Times New Roman" panose="02020603050405020304" pitchFamily="18" charset="0"/>
                          </a:rPr>
                        </m:ctrlPr>
                      </m:sSubSupPr>
                      <m:e>
                        <m:r>
                          <a:rPr lang="en-CA" sz="2800" i="1">
                            <a:latin typeface="Cambria Math" panose="02040503050406030204" pitchFamily="18" charset="0"/>
                            <a:ea typeface="Calibri" panose="020F0502020204030204" pitchFamily="34" charset="0"/>
                            <a:cs typeface="Times New Roman" panose="02020603050405020304" pitchFamily="18" charset="0"/>
                          </a:rPr>
                          <m:t>𝜖</m:t>
                        </m:r>
                      </m:e>
                      <m:sub>
                        <m:r>
                          <a:rPr lang="en-US" sz="2800" b="0" i="1" smtClean="0">
                            <a:latin typeface="Cambria Math" panose="02040503050406030204" pitchFamily="18" charset="0"/>
                            <a:ea typeface="Calibri" panose="020F0502020204030204" pitchFamily="34" charset="0"/>
                            <a:cs typeface="Times New Roman" panose="02020603050405020304" pitchFamily="18" charset="0"/>
                          </a:rPr>
                          <m:t>𝑦</m:t>
                        </m:r>
                        <m:r>
                          <a:rPr lang="en-CA" sz="2800" i="1">
                            <a:latin typeface="Cambria Math" panose="02040503050406030204" pitchFamily="18" charset="0"/>
                            <a:ea typeface="DengXian" panose="02010600030101010101" pitchFamily="2" charset="-122"/>
                            <a:cs typeface="Times New Roman" panose="02020603050405020304" pitchFamily="18" charset="0"/>
                          </a:rPr>
                          <m:t>𝑖</m:t>
                        </m:r>
                        <m:r>
                          <a:rPr lang="en-US" sz="2800" i="1">
                            <a:latin typeface="Cambria Math" panose="02040503050406030204" pitchFamily="18" charset="0"/>
                            <a:ea typeface="DengXian" panose="02010600030101010101" pitchFamily="2" charset="-122"/>
                            <a:cs typeface="Times New Roman" panose="02020603050405020304" pitchFamily="18" charset="0"/>
                          </a:rPr>
                          <m:t>𝑗</m:t>
                        </m:r>
                      </m:sub>
                      <m:sup>
                        <m:r>
                          <a:rPr lang="en-CA" sz="2800" i="1">
                            <a:latin typeface="Cambria Math" panose="02040503050406030204" pitchFamily="18" charset="0"/>
                            <a:ea typeface="DengXian" panose="02010600030101010101" pitchFamily="2" charset="-122"/>
                            <a:cs typeface="Times New Roman" panose="02020603050405020304" pitchFamily="18" charset="0"/>
                          </a:rPr>
                          <m:t>𝑀</m:t>
                        </m:r>
                      </m:sup>
                    </m:sSubSup>
                    <m:r>
                      <a:rPr lang="en-CA" sz="2800" i="1">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CA" sz="2800" i="1">
                            <a:latin typeface="Cambria Math" panose="02040503050406030204" pitchFamily="18" charset="0"/>
                            <a:ea typeface="DengXian" panose="02010600030101010101" pitchFamily="2" charset="-122"/>
                            <a:cs typeface="Times New Roman" panose="02020603050405020304" pitchFamily="18" charset="0"/>
                          </a:rPr>
                        </m:ctrlPr>
                      </m:dPr>
                      <m:e>
                        <m:sSubSup>
                          <m:sSubSupPr>
                            <m:ctrlPr>
                              <a:rPr lang="en-CA" sz="2800" i="1">
                                <a:latin typeface="Cambria Math" panose="02040503050406030204" pitchFamily="18" charset="0"/>
                                <a:ea typeface="DengXian" panose="02010600030101010101" pitchFamily="2" charset="-122"/>
                                <a:cs typeface="Times New Roman" panose="02020603050405020304" pitchFamily="18" charset="0"/>
                              </a:rPr>
                            </m:ctrlPr>
                          </m:sSubSupPr>
                          <m:e>
                            <m:r>
                              <a:rPr lang="en-US" sz="2800" b="1" i="0" smtClean="0">
                                <a:latin typeface="Cambria Math" panose="02040503050406030204" pitchFamily="18" charset="0"/>
                                <a:ea typeface="DengXian" panose="02010600030101010101" pitchFamily="2" charset="-122"/>
                                <a:cs typeface="Times New Roman" panose="02020603050405020304" pitchFamily="18" charset="0"/>
                              </a:rPr>
                              <m:t>𝐲</m:t>
                            </m:r>
                          </m:e>
                          <m:sub>
                            <m:r>
                              <a:rPr lang="en-CA" sz="2800" i="1">
                                <a:latin typeface="Cambria Math" panose="02040503050406030204" pitchFamily="18" charset="0"/>
                                <a:ea typeface="DengXian" panose="02010600030101010101" pitchFamily="2" charset="-122"/>
                                <a:cs typeface="Times New Roman" panose="02020603050405020304" pitchFamily="18" charset="0"/>
                              </a:rPr>
                              <m:t>𝑖</m:t>
                            </m:r>
                          </m:sub>
                          <m:sup>
                            <m:r>
                              <a:rPr lang="en-CA" sz="2800" i="1">
                                <a:latin typeface="Cambria Math" panose="02040503050406030204" pitchFamily="18" charset="0"/>
                                <a:ea typeface="DengXian" panose="02010600030101010101" pitchFamily="2" charset="-122"/>
                                <a:cs typeface="Times New Roman" panose="02020603050405020304" pitchFamily="18" charset="0"/>
                              </a:rPr>
                              <m:t>𝑀</m:t>
                            </m:r>
                          </m:sup>
                        </m:sSubSup>
                        <m:r>
                          <a:rPr lang="en-CA" sz="2800" i="1">
                            <a:latin typeface="Cambria Math" panose="02040503050406030204" pitchFamily="18" charset="0"/>
                            <a:ea typeface="DengXian" panose="02010600030101010101" pitchFamily="2" charset="-122"/>
                            <a:cs typeface="Times New Roman" panose="02020603050405020304" pitchFamily="18" charset="0"/>
                          </a:rPr>
                          <m:t>−</m:t>
                        </m:r>
                        <m:sSubSup>
                          <m:sSubSupPr>
                            <m:ctrlPr>
                              <a:rPr lang="en-CA" sz="2800" i="1" smtClean="0">
                                <a:latin typeface="Cambria Math" panose="02040503050406030204" pitchFamily="18" charset="0"/>
                                <a:ea typeface="DengXian" panose="02010600030101010101" pitchFamily="2" charset="-122"/>
                                <a:cs typeface="Times New Roman" panose="02020603050405020304" pitchFamily="18" charset="0"/>
                              </a:rPr>
                            </m:ctrlPr>
                          </m:sSubSupPr>
                          <m:e>
                            <m:r>
                              <a:rPr lang="en-US" sz="2800" b="1" i="0" smtClean="0">
                                <a:latin typeface="Cambria Math" panose="02040503050406030204" pitchFamily="18" charset="0"/>
                                <a:ea typeface="DengXian" panose="02010600030101010101" pitchFamily="2" charset="-122"/>
                                <a:cs typeface="Times New Roman" panose="02020603050405020304" pitchFamily="18" charset="0"/>
                              </a:rPr>
                              <m:t>𝐲</m:t>
                            </m:r>
                          </m:e>
                          <m:sub>
                            <m:r>
                              <a:rPr lang="en-CA" sz="2800" i="1">
                                <a:latin typeface="Cambria Math" panose="02040503050406030204" pitchFamily="18" charset="0"/>
                                <a:ea typeface="DengXian" panose="02010600030101010101" pitchFamily="2" charset="-122"/>
                                <a:cs typeface="Times New Roman" panose="02020603050405020304" pitchFamily="18" charset="0"/>
                              </a:rPr>
                              <m:t>𝑗</m:t>
                            </m:r>
                          </m:sub>
                          <m:sup>
                            <m:r>
                              <a:rPr lang="en-CA" sz="2800" i="1">
                                <a:latin typeface="Cambria Math" panose="02040503050406030204" pitchFamily="18" charset="0"/>
                                <a:ea typeface="DengXian" panose="02010600030101010101" pitchFamily="2" charset="-122"/>
                                <a:cs typeface="Times New Roman" panose="02020603050405020304" pitchFamily="18" charset="0"/>
                              </a:rPr>
                              <m:t>𝑀</m:t>
                            </m:r>
                          </m:sup>
                        </m:sSubSup>
                      </m:e>
                    </m:d>
                  </m:oMath>
                </a14:m>
                <a:endParaRPr lang="en-US" sz="2800"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Conditional probability </a:t>
                </a:r>
                <a14:m>
                  <m:oMath xmlns:m="http://schemas.openxmlformats.org/officeDocument/2006/math">
                    <m:r>
                      <a:rPr lang="en-US" sz="2800" b="0" i="1" smtClean="0">
                        <a:effectLst/>
                        <a:latin typeface="Cambria Math" panose="02040503050406030204" pitchFamily="18" charset="0"/>
                        <a:ea typeface="DengXian" panose="02010600030101010101" pitchFamily="2" charset="-122"/>
                        <a:cs typeface="Times New Roman" panose="02020603050405020304" pitchFamily="18" charset="0"/>
                      </a:rPr>
                      <m:t>𝑃</m:t>
                    </m:r>
                    <m:d>
                      <m:dPr>
                        <m:ctrlPr>
                          <a:rPr lang="en-US" sz="2800" b="0" i="1" smtClean="0">
                            <a:effectLst/>
                            <a:latin typeface="Cambria Math" panose="02040503050406030204" pitchFamily="18" charset="0"/>
                            <a:ea typeface="DengXian" panose="02010600030101010101" pitchFamily="2" charset="-122"/>
                            <a:cs typeface="Times New Roman" panose="02020603050405020304" pitchFamily="18" charset="0"/>
                          </a:rPr>
                        </m:ctrlPr>
                      </m:dPr>
                      <m:e>
                        <m:sSubSup>
                          <m:sSubSupPr>
                            <m:ctrlPr>
                              <a:rPr lang="en-CA" sz="2800" i="1" smtClean="0">
                                <a:effectLst/>
                                <a:latin typeface="Cambria Math" panose="02040503050406030204" pitchFamily="18" charset="0"/>
                                <a:ea typeface="DengXian" panose="02010600030101010101" pitchFamily="2" charset="-122"/>
                                <a:cs typeface="Times New Roman" panose="02020603050405020304" pitchFamily="18" charset="0"/>
                              </a:rPr>
                            </m:ctrlPr>
                          </m:sSubSupPr>
                          <m:e>
                            <m:sSubSup>
                              <m:sSubSupPr>
                                <m:ctrlPr>
                                  <a:rPr lang="en-CA" sz="2800" i="1">
                                    <a:latin typeface="Cambria Math" panose="02040503050406030204" pitchFamily="18" charset="0"/>
                                    <a:ea typeface="DengXian" panose="02010600030101010101" pitchFamily="2" charset="-122"/>
                                    <a:cs typeface="Times New Roman" panose="02020603050405020304" pitchFamily="18" charset="0"/>
                                  </a:rPr>
                                </m:ctrlPr>
                              </m:sSubSupPr>
                              <m:e>
                                <m:r>
                                  <a:rPr lang="en-US" sz="2800" b="1" i="0" smtClean="0">
                                    <a:latin typeface="Cambria Math" panose="02040503050406030204" pitchFamily="18" charset="0"/>
                                    <a:ea typeface="DengXian" panose="02010600030101010101" pitchFamily="2" charset="-122"/>
                                    <a:cs typeface="Times New Roman" panose="02020603050405020304" pitchFamily="18" charset="0"/>
                                  </a:rPr>
                                  <m:t>𝐲</m:t>
                                </m:r>
                              </m:e>
                              <m:sub>
                                <m:r>
                                  <a:rPr lang="en-CA" sz="2800" i="1">
                                    <a:latin typeface="Cambria Math" panose="02040503050406030204" pitchFamily="18" charset="0"/>
                                    <a:ea typeface="DengXian" panose="02010600030101010101" pitchFamily="2" charset="-122"/>
                                    <a:cs typeface="Times New Roman" panose="02020603050405020304" pitchFamily="18" charset="0"/>
                                  </a:rPr>
                                  <m:t>𝑖</m:t>
                                </m:r>
                              </m:sub>
                              <m:sup>
                                <m:r>
                                  <a:rPr lang="en-CA" sz="2800" i="1">
                                    <a:latin typeface="Cambria Math" panose="02040503050406030204" pitchFamily="18" charset="0"/>
                                    <a:ea typeface="DengXian" panose="02010600030101010101" pitchFamily="2" charset="-122"/>
                                    <a:cs typeface="Times New Roman" panose="02020603050405020304" pitchFamily="18" charset="0"/>
                                  </a:rPr>
                                  <m:t>𝑀</m:t>
                                </m:r>
                              </m:sup>
                            </m:sSubSup>
                            <m:r>
                              <a:rPr lang="en-US" sz="2800" b="0" i="1" smtClean="0">
                                <a:latin typeface="Cambria Math" panose="02040503050406030204" pitchFamily="18" charset="0"/>
                                <a:ea typeface="DengXian" panose="02010600030101010101" pitchFamily="2" charset="-122"/>
                                <a:cs typeface="Times New Roman" panose="02020603050405020304" pitchFamily="18" charset="0"/>
                              </a:rPr>
                              <m:t>|</m:t>
                            </m:r>
                            <m:r>
                              <a:rPr lang="en-CA" sz="2800" b="1" i="0">
                                <a:effectLst/>
                                <a:latin typeface="Cambria Math" panose="02040503050406030204" pitchFamily="18" charset="0"/>
                                <a:ea typeface="DengXian" panose="02010600030101010101" pitchFamily="2" charset="-122"/>
                                <a:cs typeface="Times New Roman" panose="02020603050405020304" pitchFamily="18" charset="0"/>
                              </a:rPr>
                              <m:t>𝐱</m:t>
                            </m:r>
                          </m:e>
                          <m:sub>
                            <m:r>
                              <a:rPr lang="en-CA" sz="2800" i="1">
                                <a:effectLst/>
                                <a:latin typeface="Cambria Math" panose="02040503050406030204" pitchFamily="18" charset="0"/>
                                <a:ea typeface="DengXian" panose="02010600030101010101" pitchFamily="2" charset="-122"/>
                                <a:cs typeface="Times New Roman" panose="02020603050405020304" pitchFamily="18" charset="0"/>
                              </a:rPr>
                              <m:t>𝑖</m:t>
                            </m:r>
                          </m:sub>
                          <m:sup>
                            <m:r>
                              <a:rPr lang="en-CA" sz="2800" i="1">
                                <a:effectLst/>
                                <a:latin typeface="Cambria Math" panose="02040503050406030204" pitchFamily="18" charset="0"/>
                                <a:ea typeface="DengXian" panose="02010600030101010101" pitchFamily="2" charset="-122"/>
                                <a:cs typeface="Times New Roman" panose="02020603050405020304" pitchFamily="18" charset="0"/>
                              </a:rPr>
                              <m:t>𝑀</m:t>
                            </m:r>
                          </m:sup>
                        </m:sSubSup>
                      </m:e>
                    </m:d>
                  </m:oMath>
                </a14:m>
                <a:r>
                  <a:rPr lang="en-US" sz="2800" dirty="0">
                    <a:latin typeface="Cambria Math" panose="02040503050406030204" pitchFamily="18" charset="0"/>
                    <a:ea typeface="DengXian" panose="02010600030101010101" pitchFamily="2" charset="-122"/>
                    <a:cs typeface="Times New Roman" panose="02020603050405020304" pitchFamily="18" charset="0"/>
                  </a:rPr>
                  <a:t> (N. H. Packard, </a:t>
                </a:r>
                <a:r>
                  <a:rPr lang="en-US" sz="2800" i="1" dirty="0">
                    <a:latin typeface="Cambria Math" panose="02040503050406030204" pitchFamily="18" charset="0"/>
                    <a:ea typeface="DengXian" panose="02010600030101010101" pitchFamily="2" charset="-122"/>
                    <a:cs typeface="Times New Roman" panose="02020603050405020304" pitchFamily="18" charset="0"/>
                  </a:rPr>
                  <a:t>et al., </a:t>
                </a:r>
                <a:r>
                  <a:rPr lang="en-US" sz="2800" dirty="0">
                    <a:latin typeface="Cambria Math" panose="02040503050406030204" pitchFamily="18" charset="0"/>
                    <a:ea typeface="DengXian" panose="02010600030101010101" pitchFamily="2" charset="-122"/>
                    <a:cs typeface="Times New Roman" panose="02020603050405020304" pitchFamily="18" charset="0"/>
                  </a:rPr>
                  <a:t>PRL </a:t>
                </a:r>
                <a:r>
                  <a:rPr lang="en-US" sz="2800" b="1" dirty="0">
                    <a:latin typeface="Cambria Math" panose="02040503050406030204" pitchFamily="18" charset="0"/>
                    <a:ea typeface="DengXian" panose="02010600030101010101" pitchFamily="2" charset="-122"/>
                    <a:cs typeface="Times New Roman" panose="02020603050405020304" pitchFamily="18" charset="0"/>
                  </a:rPr>
                  <a:t>45</a:t>
                </a:r>
                <a:r>
                  <a:rPr lang="en-US" sz="2800" dirty="0">
                    <a:latin typeface="Cambria Math" panose="02040503050406030204" pitchFamily="18" charset="0"/>
                    <a:ea typeface="DengXian" panose="02010600030101010101" pitchFamily="2" charset="-122"/>
                    <a:cs typeface="Times New Roman" panose="02020603050405020304" pitchFamily="18" charset="0"/>
                  </a:rPr>
                  <a:t> (1980)712)</a:t>
                </a:r>
              </a:p>
              <a:p>
                <a:pPr lvl="1"/>
                <a14:m>
                  <m:oMath xmlns:m="http://schemas.openxmlformats.org/officeDocument/2006/math">
                    <m:r>
                      <m:rPr>
                        <m:sty m:val="p"/>
                      </m:rPr>
                      <a:rPr lang="en-US" sz="2600" smtClean="0">
                        <a:latin typeface="Cambria Math" panose="02040503050406030204" pitchFamily="18" charset="0"/>
                        <a:ea typeface="DengXian" panose="02010600030101010101" pitchFamily="2" charset="-122"/>
                        <a:cs typeface="Times New Roman" panose="02020603050405020304" pitchFamily="18" charset="0"/>
                      </a:rPr>
                      <m:t>probability</m:t>
                    </m:r>
                    <m:r>
                      <a:rPr lang="en-US" sz="2600" smtClean="0">
                        <a:latin typeface="Cambria Math" panose="02040503050406030204" pitchFamily="18" charset="0"/>
                        <a:ea typeface="DengXian" panose="02010600030101010101" pitchFamily="2" charset="-122"/>
                        <a:cs typeface="Times New Roman" panose="02020603050405020304" pitchFamily="18" charset="0"/>
                      </a:rPr>
                      <m:t> </m:t>
                    </m:r>
                  </m:oMath>
                </a14:m>
                <a:r>
                  <a:rPr lang="en-US" sz="2600" b="0" dirty="0">
                    <a:effectLst/>
                    <a:latin typeface="Cambria Math" panose="02040503050406030204" pitchFamily="18" charset="0"/>
                    <a:ea typeface="DengXian" panose="02010600030101010101" pitchFamily="2" charset="-122"/>
                    <a:cs typeface="Times New Roman" panose="02020603050405020304" pitchFamily="18" charset="0"/>
                  </a:rPr>
                  <a:t>finding</a:t>
                </a:r>
                <a:r>
                  <a:rPr lang="en-US" sz="2600" b="0" i="1" dirty="0">
                    <a:effectLst/>
                    <a:latin typeface="Cambria Math" panose="02040503050406030204" pitchFamily="18" charset="0"/>
                    <a:ea typeface="DengXian" panose="02010600030101010101" pitchFamily="2" charset="-122"/>
                    <a:cs typeface="Times New Roman" panose="02020603050405020304" pitchFamily="18" charset="0"/>
                  </a:rPr>
                  <a:t> </a:t>
                </a:r>
                <a14:m>
                  <m:oMath xmlns:m="http://schemas.openxmlformats.org/officeDocument/2006/math">
                    <m:sSubSup>
                      <m:sSubSupPr>
                        <m:ctrlPr>
                          <a:rPr lang="en-CA" sz="2600" i="1">
                            <a:latin typeface="Cambria Math" panose="02040503050406030204" pitchFamily="18" charset="0"/>
                            <a:ea typeface="DengXian" panose="02010600030101010101" pitchFamily="2" charset="-122"/>
                            <a:cs typeface="Times New Roman" panose="02020603050405020304" pitchFamily="18" charset="0"/>
                          </a:rPr>
                        </m:ctrlPr>
                      </m:sSubSupPr>
                      <m:e>
                        <m:r>
                          <a:rPr lang="en-US" sz="2600" b="1">
                            <a:latin typeface="Cambria Math" panose="02040503050406030204" pitchFamily="18" charset="0"/>
                            <a:ea typeface="DengXian" panose="02010600030101010101" pitchFamily="2" charset="-122"/>
                            <a:cs typeface="Times New Roman" panose="02020603050405020304" pitchFamily="18" charset="0"/>
                          </a:rPr>
                          <m:t>𝐲</m:t>
                        </m:r>
                      </m:e>
                      <m:sub>
                        <m:r>
                          <a:rPr lang="en-CA" sz="2600" i="1">
                            <a:latin typeface="Cambria Math" panose="02040503050406030204" pitchFamily="18" charset="0"/>
                            <a:ea typeface="DengXian" panose="02010600030101010101" pitchFamily="2" charset="-122"/>
                            <a:cs typeface="Times New Roman" panose="02020603050405020304" pitchFamily="18" charset="0"/>
                          </a:rPr>
                          <m:t>𝑖</m:t>
                        </m:r>
                      </m:sub>
                      <m:sup>
                        <m:r>
                          <a:rPr lang="en-CA" sz="2600" i="1">
                            <a:latin typeface="Cambria Math" panose="02040503050406030204" pitchFamily="18" charset="0"/>
                            <a:ea typeface="DengXian" panose="02010600030101010101" pitchFamily="2" charset="-122"/>
                            <a:cs typeface="Times New Roman" panose="02020603050405020304" pitchFamily="18" charset="0"/>
                          </a:rPr>
                          <m:t>𝑀</m:t>
                        </m:r>
                      </m:sup>
                    </m:sSubSup>
                  </m:oMath>
                </a14:m>
                <a:r>
                  <a:rPr lang="en-US" sz="2600" i="1" dirty="0">
                    <a:latin typeface="Cambria Math" panose="02040503050406030204" pitchFamily="18" charset="0"/>
                    <a:ea typeface="DengXian" panose="02010600030101010101" pitchFamily="2" charset="-122"/>
                    <a:cs typeface="Times New Roman" panose="02020603050405020304" pitchFamily="18" charset="0"/>
                  </a:rPr>
                  <a:t> </a:t>
                </a:r>
                <a:r>
                  <a:rPr lang="en-US" sz="2600" b="0" dirty="0">
                    <a:effectLst/>
                    <a:latin typeface="Cambria Math" panose="02040503050406030204" pitchFamily="18" charset="0"/>
                    <a:ea typeface="DengXian" panose="02010600030101010101" pitchFamily="2" charset="-122"/>
                    <a:cs typeface="Times New Roman" panose="02020603050405020304" pitchFamily="18" charset="0"/>
                  </a:rPr>
                  <a:t>for fixed </a:t>
                </a:r>
                <a14:m>
                  <m:oMath xmlns:m="http://schemas.openxmlformats.org/officeDocument/2006/math">
                    <m:sSubSup>
                      <m:sSubSupPr>
                        <m:ctrlPr>
                          <a:rPr lang="en-CA" sz="2800" i="1">
                            <a:latin typeface="Cambria Math" panose="02040503050406030204" pitchFamily="18" charset="0"/>
                            <a:ea typeface="DengXian" panose="02010600030101010101" pitchFamily="2" charset="-122"/>
                            <a:cs typeface="Times New Roman" panose="02020603050405020304" pitchFamily="18" charset="0"/>
                          </a:rPr>
                        </m:ctrlPr>
                      </m:sSubSupPr>
                      <m:e>
                        <m:r>
                          <a:rPr lang="en-CA" sz="2800" b="1" i="0">
                            <a:latin typeface="Cambria Math" panose="02040503050406030204" pitchFamily="18" charset="0"/>
                            <a:ea typeface="DengXian" panose="02010600030101010101" pitchFamily="2" charset="-122"/>
                            <a:cs typeface="Times New Roman" panose="02020603050405020304" pitchFamily="18" charset="0"/>
                          </a:rPr>
                          <m:t>𝐱</m:t>
                        </m:r>
                      </m:e>
                      <m:sub>
                        <m:r>
                          <a:rPr lang="en-CA" sz="2800" i="1">
                            <a:latin typeface="Cambria Math" panose="02040503050406030204" pitchFamily="18" charset="0"/>
                            <a:ea typeface="DengXian" panose="02010600030101010101" pitchFamily="2" charset="-122"/>
                            <a:cs typeface="Times New Roman" panose="02020603050405020304" pitchFamily="18" charset="0"/>
                          </a:rPr>
                          <m:t>𝑖</m:t>
                        </m:r>
                      </m:sub>
                      <m:sup>
                        <m:r>
                          <a:rPr lang="en-CA" sz="2800" i="1">
                            <a:latin typeface="Cambria Math" panose="02040503050406030204" pitchFamily="18" charset="0"/>
                            <a:ea typeface="DengXian" panose="02010600030101010101" pitchFamily="2" charset="-122"/>
                            <a:cs typeface="Times New Roman" panose="02020603050405020304" pitchFamily="18" charset="0"/>
                          </a:rPr>
                          <m:t>𝑀</m:t>
                        </m:r>
                      </m:sup>
                    </m:sSubSup>
                  </m:oMath>
                </a14:m>
                <a:endParaRPr lang="en-US" sz="2600" b="0" dirty="0">
                  <a:effectLst/>
                  <a:latin typeface="Cambria Math" panose="02040503050406030204" pitchFamily="18" charset="0"/>
                  <a:ea typeface="DengXian" panose="02010600030101010101" pitchFamily="2" charset="-122"/>
                  <a:cs typeface="Times New Roman" panose="02020603050405020304" pitchFamily="18" charset="0"/>
                </a:endParaRPr>
              </a:p>
              <a:p>
                <a:pPr lvl="1"/>
                <a:r>
                  <a:rPr lang="en-US" sz="2600" b="0" dirty="0">
                    <a:effectLst/>
                    <a:latin typeface="Cambria Math" panose="02040503050406030204" pitchFamily="18" charset="0"/>
                    <a:ea typeface="DengXian" panose="02010600030101010101" pitchFamily="2" charset="-122"/>
                    <a:cs typeface="Times New Roman" panose="02020603050405020304" pitchFamily="18" charset="0"/>
                  </a:rPr>
                  <a:t>If they belong to independent subsystems, </a:t>
                </a:r>
                <a14:m>
                  <m:oMath xmlns:m="http://schemas.openxmlformats.org/officeDocument/2006/math">
                    <m:r>
                      <a:rPr lang="en-US" sz="2400" b="0" i="1" smtClean="0">
                        <a:effectLst/>
                        <a:latin typeface="Cambria Math" panose="02040503050406030204" pitchFamily="18" charset="0"/>
                        <a:ea typeface="DengXian" panose="02010600030101010101" pitchFamily="2" charset="-122"/>
                        <a:cs typeface="Times New Roman" panose="02020603050405020304" pitchFamily="18" charset="0"/>
                      </a:rPr>
                      <m:t>𝑃</m:t>
                    </m:r>
                    <m:d>
                      <m:dPr>
                        <m:ctrlPr>
                          <a:rPr lang="en-US" sz="2400" b="0" i="1" smtClean="0">
                            <a:effectLst/>
                            <a:latin typeface="Cambria Math" panose="02040503050406030204" pitchFamily="18" charset="0"/>
                            <a:ea typeface="DengXian" panose="02010600030101010101" pitchFamily="2" charset="-122"/>
                            <a:cs typeface="Times New Roman" panose="02020603050405020304" pitchFamily="18" charset="0"/>
                          </a:rPr>
                        </m:ctrlPr>
                      </m:dPr>
                      <m:e>
                        <m:sSubSup>
                          <m:sSubSupPr>
                            <m:ctrlPr>
                              <a:rPr lang="en-CA" sz="2400" i="1" smtClean="0">
                                <a:effectLst/>
                                <a:latin typeface="Cambria Math" panose="02040503050406030204" pitchFamily="18" charset="0"/>
                                <a:ea typeface="DengXian" panose="02010600030101010101" pitchFamily="2" charset="-122"/>
                                <a:cs typeface="Times New Roman" panose="02020603050405020304" pitchFamily="18" charset="0"/>
                              </a:rPr>
                            </m:ctrlPr>
                          </m:sSubSupPr>
                          <m:e>
                            <m:sSubSup>
                              <m:sSubSupPr>
                                <m:ctrlPr>
                                  <a:rPr lang="en-CA" sz="2400" i="1">
                                    <a:latin typeface="Cambria Math" panose="02040503050406030204" pitchFamily="18" charset="0"/>
                                    <a:ea typeface="DengXian" panose="02010600030101010101" pitchFamily="2" charset="-122"/>
                                    <a:cs typeface="Times New Roman" panose="02020603050405020304" pitchFamily="18" charset="0"/>
                                  </a:rPr>
                                </m:ctrlPr>
                              </m:sSubSupPr>
                              <m:e>
                                <m:r>
                                  <a:rPr lang="en-US" sz="2400" b="1" i="0" smtClean="0">
                                    <a:latin typeface="Cambria Math" panose="02040503050406030204" pitchFamily="18" charset="0"/>
                                    <a:ea typeface="DengXian" panose="02010600030101010101" pitchFamily="2" charset="-122"/>
                                    <a:cs typeface="Times New Roman" panose="02020603050405020304" pitchFamily="18" charset="0"/>
                                  </a:rPr>
                                  <m:t>𝐲</m:t>
                                </m:r>
                              </m:e>
                              <m:sub>
                                <m:r>
                                  <a:rPr lang="en-CA" sz="2400" i="1">
                                    <a:latin typeface="Cambria Math" panose="02040503050406030204" pitchFamily="18" charset="0"/>
                                    <a:ea typeface="DengXian" panose="02010600030101010101" pitchFamily="2" charset="-122"/>
                                    <a:cs typeface="Times New Roman" panose="02020603050405020304" pitchFamily="18" charset="0"/>
                                  </a:rPr>
                                  <m:t>𝑖</m:t>
                                </m:r>
                              </m:sub>
                              <m:sup>
                                <m:r>
                                  <a:rPr lang="en-CA" sz="2400" i="1">
                                    <a:latin typeface="Cambria Math" panose="02040503050406030204" pitchFamily="18" charset="0"/>
                                    <a:ea typeface="DengXian" panose="02010600030101010101" pitchFamily="2" charset="-122"/>
                                    <a:cs typeface="Times New Roman" panose="02020603050405020304" pitchFamily="18" charset="0"/>
                                  </a:rPr>
                                  <m:t>𝑀</m:t>
                                </m:r>
                              </m:sup>
                            </m:sSubSup>
                            <m:r>
                              <a:rPr lang="en-US" sz="2400" b="0" i="1" smtClean="0">
                                <a:latin typeface="Cambria Math" panose="02040503050406030204" pitchFamily="18" charset="0"/>
                                <a:ea typeface="DengXian" panose="02010600030101010101" pitchFamily="2" charset="-122"/>
                                <a:cs typeface="Times New Roman" panose="02020603050405020304" pitchFamily="18" charset="0"/>
                              </a:rPr>
                              <m:t>|</m:t>
                            </m:r>
                            <m:r>
                              <a:rPr lang="en-CA" sz="2400" b="1" i="0">
                                <a:effectLst/>
                                <a:latin typeface="Cambria Math" panose="02040503050406030204" pitchFamily="18" charset="0"/>
                                <a:ea typeface="DengXian" panose="02010600030101010101" pitchFamily="2" charset="-122"/>
                                <a:cs typeface="Times New Roman" panose="02020603050405020304" pitchFamily="18" charset="0"/>
                              </a:rPr>
                              <m:t>𝐱</m:t>
                            </m:r>
                          </m:e>
                          <m:sub>
                            <m:r>
                              <a:rPr lang="en-CA" sz="2400" i="1">
                                <a:effectLst/>
                                <a:latin typeface="Cambria Math" panose="02040503050406030204" pitchFamily="18" charset="0"/>
                                <a:ea typeface="DengXian" panose="02010600030101010101" pitchFamily="2" charset="-122"/>
                                <a:cs typeface="Times New Roman" panose="02020603050405020304" pitchFamily="18" charset="0"/>
                              </a:rPr>
                              <m:t>𝑖</m:t>
                            </m:r>
                          </m:sub>
                          <m:sup>
                            <m:r>
                              <a:rPr lang="en-CA" sz="2400" i="1">
                                <a:effectLst/>
                                <a:latin typeface="Cambria Math" panose="02040503050406030204" pitchFamily="18" charset="0"/>
                                <a:ea typeface="DengXian" panose="02010600030101010101" pitchFamily="2" charset="-122"/>
                                <a:cs typeface="Times New Roman" panose="02020603050405020304" pitchFamily="18" charset="0"/>
                              </a:rPr>
                              <m:t>𝑀</m:t>
                            </m:r>
                          </m:sup>
                        </m:sSubSup>
                      </m:e>
                    </m:d>
                  </m:oMath>
                </a14:m>
                <a:r>
                  <a:rPr lang="en-US" sz="2600" b="0" dirty="0">
                    <a:effectLst/>
                    <a:latin typeface="Cambria Math" panose="02040503050406030204" pitchFamily="18" charset="0"/>
                    <a:ea typeface="DengXian" panose="02010600030101010101" pitchFamily="2" charset="-122"/>
                    <a:cs typeface="Times New Roman" panose="02020603050405020304" pitchFamily="18" charset="0"/>
                  </a:rPr>
                  <a:t> should </a:t>
                </a:r>
                <a:r>
                  <a:rPr lang="en-US" sz="2600" dirty="0">
                    <a:latin typeface="Cambria Math" panose="02040503050406030204" pitchFamily="18" charset="0"/>
                    <a:ea typeface="DengXian" panose="02010600030101010101" pitchFamily="2" charset="-122"/>
                    <a:cs typeface="Times New Roman" panose="02020603050405020304" pitchFamily="18" charset="0"/>
                  </a:rPr>
                  <a:t>depends only on </a:t>
                </a:r>
                <a14:m>
                  <m:oMath xmlns:m="http://schemas.openxmlformats.org/officeDocument/2006/math">
                    <m:sSubSup>
                      <m:sSubSupPr>
                        <m:ctrlPr>
                          <a:rPr lang="en-CA" sz="2600" i="1">
                            <a:latin typeface="Cambria Math" panose="02040503050406030204" pitchFamily="18" charset="0"/>
                            <a:ea typeface="DengXian" panose="02010600030101010101" pitchFamily="2" charset="-122"/>
                            <a:cs typeface="Times New Roman" panose="02020603050405020304" pitchFamily="18" charset="0"/>
                          </a:rPr>
                        </m:ctrlPr>
                      </m:sSubSupPr>
                      <m:e>
                        <m:r>
                          <a:rPr lang="en-US" sz="2600" b="1">
                            <a:latin typeface="Cambria Math" panose="02040503050406030204" pitchFamily="18" charset="0"/>
                            <a:ea typeface="DengXian" panose="02010600030101010101" pitchFamily="2" charset="-122"/>
                            <a:cs typeface="Times New Roman" panose="02020603050405020304" pitchFamily="18" charset="0"/>
                          </a:rPr>
                          <m:t>𝐲</m:t>
                        </m:r>
                      </m:e>
                      <m:sub>
                        <m:r>
                          <a:rPr lang="en-CA" sz="2600" i="1">
                            <a:latin typeface="Cambria Math" panose="02040503050406030204" pitchFamily="18" charset="0"/>
                            <a:ea typeface="DengXian" panose="02010600030101010101" pitchFamily="2" charset="-122"/>
                            <a:cs typeface="Times New Roman" panose="02020603050405020304" pitchFamily="18" charset="0"/>
                          </a:rPr>
                          <m:t>𝑖</m:t>
                        </m:r>
                      </m:sub>
                      <m:sup>
                        <m:r>
                          <a:rPr lang="en-CA" sz="2600" i="1">
                            <a:latin typeface="Cambria Math" panose="02040503050406030204" pitchFamily="18" charset="0"/>
                            <a:ea typeface="DengXian" panose="02010600030101010101" pitchFamily="2" charset="-122"/>
                            <a:cs typeface="Times New Roman" panose="02020603050405020304" pitchFamily="18" charset="0"/>
                          </a:rPr>
                          <m:t>𝑀</m:t>
                        </m:r>
                      </m:sup>
                    </m:sSubSup>
                  </m:oMath>
                </a14:m>
                <a:r>
                  <a:rPr lang="en-US" sz="2600" dirty="0">
                    <a:latin typeface="Cambria Math" panose="02040503050406030204" pitchFamily="18" charset="0"/>
                    <a:ea typeface="DengXian" panose="02010600030101010101" pitchFamily="2" charset="-122"/>
                    <a:cs typeface="Times New Roman" panose="02020603050405020304" pitchFamily="18" charset="0"/>
                  </a:rPr>
                  <a:t> itself (</a:t>
                </a:r>
                <a14:m>
                  <m:oMath xmlns:m="http://schemas.openxmlformats.org/officeDocument/2006/math">
                    <m:r>
                      <a:rPr lang="en-US" i="1">
                        <a:latin typeface="Cambria Math" panose="02040503050406030204" pitchFamily="18" charset="0"/>
                        <a:ea typeface="DengXian" panose="02010600030101010101" pitchFamily="2" charset="-122"/>
                        <a:cs typeface="Times New Roman" panose="02020603050405020304" pitchFamily="18" charset="0"/>
                      </a:rPr>
                      <m:t>𝑃</m:t>
                    </m:r>
                    <m:d>
                      <m:dPr>
                        <m:ctrlPr>
                          <a:rPr lang="en-US" i="1">
                            <a:latin typeface="Cambria Math" panose="02040503050406030204" pitchFamily="18" charset="0"/>
                            <a:ea typeface="DengXian" panose="02010600030101010101" pitchFamily="2" charset="-122"/>
                            <a:cs typeface="Times New Roman" panose="02020603050405020304" pitchFamily="18" charset="0"/>
                          </a:rPr>
                        </m:ctrlPr>
                      </m:dPr>
                      <m:e>
                        <m:sSubSup>
                          <m:sSubSupPr>
                            <m:ctrlPr>
                              <a:rPr lang="en-CA" i="1">
                                <a:latin typeface="Cambria Math" panose="02040503050406030204" pitchFamily="18" charset="0"/>
                                <a:ea typeface="DengXian" panose="02010600030101010101" pitchFamily="2" charset="-122"/>
                                <a:cs typeface="Times New Roman" panose="02020603050405020304" pitchFamily="18" charset="0"/>
                              </a:rPr>
                            </m:ctrlPr>
                          </m:sSubSupPr>
                          <m:e>
                            <m:r>
                              <a:rPr lang="en-US" b="1" i="0">
                                <a:latin typeface="Cambria Math" panose="02040503050406030204" pitchFamily="18" charset="0"/>
                                <a:ea typeface="DengXian" panose="02010600030101010101" pitchFamily="2" charset="-122"/>
                                <a:cs typeface="Times New Roman" panose="02020603050405020304" pitchFamily="18" charset="0"/>
                              </a:rPr>
                              <m:t>𝐲</m:t>
                            </m:r>
                          </m:e>
                          <m:sub>
                            <m:r>
                              <a:rPr lang="en-CA" i="1">
                                <a:latin typeface="Cambria Math" panose="02040503050406030204" pitchFamily="18" charset="0"/>
                                <a:ea typeface="DengXian" panose="02010600030101010101" pitchFamily="2" charset="-122"/>
                                <a:cs typeface="Times New Roman" panose="02020603050405020304" pitchFamily="18" charset="0"/>
                              </a:rPr>
                              <m:t>𝑖</m:t>
                            </m:r>
                          </m:sub>
                          <m:sup>
                            <m:r>
                              <a:rPr lang="en-CA" i="1">
                                <a:latin typeface="Cambria Math" panose="02040503050406030204" pitchFamily="18" charset="0"/>
                                <a:ea typeface="DengXian" panose="02010600030101010101" pitchFamily="2" charset="-122"/>
                                <a:cs typeface="Times New Roman" panose="02020603050405020304" pitchFamily="18" charset="0"/>
                              </a:rPr>
                              <m:t>𝑀</m:t>
                            </m:r>
                          </m:sup>
                        </m:sSubSup>
                      </m:e>
                    </m:d>
                  </m:oMath>
                </a14:m>
                <a:r>
                  <a:rPr lang="en-US" sz="2600" b="0" dirty="0">
                    <a:effectLst/>
                    <a:latin typeface="Cambria Math" panose="02040503050406030204" pitchFamily="18" charset="0"/>
                    <a:ea typeface="DengXian" panose="02010600030101010101" pitchFamily="2" charset="-122"/>
                    <a:cs typeface="Times New Roman" panose="02020603050405020304" pitchFamily="18" charset="0"/>
                  </a:rPr>
                  <a:t>)</a:t>
                </a:r>
              </a:p>
              <a:p>
                <a:pPr marL="0" indent="0">
                  <a:buNone/>
                </a:pPr>
                <a:endParaRPr lang="en-US" sz="2800" dirty="0">
                  <a:latin typeface="Calibri" panose="020F0502020204030204" pitchFamily="34" charset="0"/>
                  <a:cs typeface="Calibri" panose="020F0502020204030204" pitchFamily="34" charset="0"/>
                </a:endParaRPr>
              </a:p>
              <a:p>
                <a:pPr marL="0" indent="0">
                  <a:buNone/>
                </a:pPr>
                <a:endParaRPr lang="en-US" sz="2800" dirty="0">
                  <a:latin typeface="Calibri" panose="020F0502020204030204" pitchFamily="34" charset="0"/>
                  <a:cs typeface="Calibri" panose="020F0502020204030204" pitchFamily="34" charset="0"/>
                </a:endParaRPr>
              </a:p>
            </p:txBody>
          </p:sp>
        </mc:Choice>
        <mc:Fallback xmlns="">
          <p:sp>
            <p:nvSpPr>
              <p:cNvPr id="9220" name="Content Placeholder 3">
                <a:extLst>
                  <a:ext uri="{FF2B5EF4-FFF2-40B4-BE49-F238E27FC236}">
                    <a16:creationId xmlns:a16="http://schemas.microsoft.com/office/drawing/2014/main" id="{F4B0E26B-D902-F16F-3D60-4E14AFF356F4}"/>
                  </a:ext>
                </a:extLst>
              </p:cNvPr>
              <p:cNvSpPr>
                <a:spLocks noGrp="1" noRot="1" noChangeAspect="1" noMove="1" noResize="1" noEditPoints="1" noAdjustHandles="1" noChangeArrowheads="1" noChangeShapeType="1" noTextEdit="1"/>
              </p:cNvSpPr>
              <p:nvPr>
                <p:ph sz="quarter" idx="1"/>
              </p:nvPr>
            </p:nvSpPr>
            <p:spPr>
              <a:xfrm>
                <a:off x="251521" y="980728"/>
                <a:ext cx="8352927" cy="5472608"/>
              </a:xfrm>
              <a:blipFill>
                <a:blip r:embed="rId3"/>
                <a:stretch>
                  <a:fillRect l="-876" t="-1114"/>
                </a:stretch>
              </a:blipFill>
            </p:spPr>
            <p:txBody>
              <a:bodyPr/>
              <a:lstStyle/>
              <a:p>
                <a:r>
                  <a:rPr lang="en-CA">
                    <a:noFill/>
                  </a:rPr>
                  <a:t> </a:t>
                </a:r>
              </a:p>
            </p:txBody>
          </p:sp>
        </mc:Fallback>
      </mc:AlternateContent>
      <p:sp>
        <p:nvSpPr>
          <p:cNvPr id="6" name="Footer Placeholder 5">
            <a:extLst>
              <a:ext uri="{FF2B5EF4-FFF2-40B4-BE49-F238E27FC236}">
                <a16:creationId xmlns:a16="http://schemas.microsoft.com/office/drawing/2014/main" id="{78533ABD-8D01-36AE-6FA1-602E2EE8F310}"/>
              </a:ext>
            </a:extLst>
          </p:cNvPr>
          <p:cNvSpPr>
            <a:spLocks noGrp="1"/>
          </p:cNvSpPr>
          <p:nvPr>
            <p:ph type="ftr" sz="quarter" idx="11"/>
          </p:nvPr>
        </p:nvSpPr>
        <p:spPr/>
        <p:txBody>
          <a:bodyPr/>
          <a:lstStyle/>
          <a:p>
            <a:pPr>
              <a:defRPr/>
            </a:pPr>
            <a:r>
              <a:rPr lang="it-IT"/>
              <a:t>2024-10-31 SWIP</a:t>
            </a:r>
            <a:endParaRPr lang="en-CA" dirty="0"/>
          </a:p>
        </p:txBody>
      </p:sp>
      <p:sp>
        <p:nvSpPr>
          <p:cNvPr id="2" name="Date Placeholder 1">
            <a:extLst>
              <a:ext uri="{FF2B5EF4-FFF2-40B4-BE49-F238E27FC236}">
                <a16:creationId xmlns:a16="http://schemas.microsoft.com/office/drawing/2014/main" id="{BBC51FF1-C456-ED77-B5F5-2850BA2B65FA}"/>
              </a:ext>
            </a:extLst>
          </p:cNvPr>
          <p:cNvSpPr>
            <a:spLocks noGrp="1"/>
          </p:cNvSpPr>
          <p:nvPr>
            <p:ph type="dt" sz="half" idx="10"/>
          </p:nvPr>
        </p:nvSpPr>
        <p:spPr/>
        <p:txBody>
          <a:bodyPr/>
          <a:lstStyle/>
          <a:p>
            <a:pPr>
              <a:defRPr/>
            </a:pPr>
            <a:fld id="{5A153F4A-2A8D-4B3A-810E-FA0C465A1D78}"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DAAAD0BC-5DF4-8FC6-51A8-F5F2EAA9BC4B}"/>
              </a:ext>
            </a:extLst>
          </p:cNvPr>
          <p:cNvSpPr>
            <a:spLocks noGrp="1"/>
          </p:cNvSpPr>
          <p:nvPr>
            <p:ph type="sldNum" sz="quarter" idx="12"/>
          </p:nvPr>
        </p:nvSpPr>
        <p:spPr/>
        <p:txBody>
          <a:bodyPr/>
          <a:lstStyle/>
          <a:p>
            <a:pPr>
              <a:defRPr/>
            </a:pPr>
            <a:fld id="{18598880-23BB-4E77-BAE4-1716EE602DAD}" type="slidenum">
              <a:rPr lang="en-CA" smtClean="0"/>
              <a:pPr>
                <a:defRPr/>
              </a:pPr>
              <a:t>38</a:t>
            </a:fld>
            <a:endParaRPr lang="en-CA" dirty="0"/>
          </a:p>
        </p:txBody>
      </p:sp>
    </p:spTree>
    <p:extLst>
      <p:ext uri="{BB962C8B-B14F-4D97-AF65-F5344CB8AC3E}">
        <p14:creationId xmlns:p14="http://schemas.microsoft.com/office/powerpoint/2010/main" val="1092949000"/>
      </p:ext>
    </p:extLst>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DD93B-94D6-1DCD-D799-850C452200FD}"/>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09B32B3E-C8E9-5FD7-568D-406DA45795F4}"/>
              </a:ext>
            </a:extLst>
          </p:cNvPr>
          <p:cNvSpPr>
            <a:spLocks noGrp="1"/>
          </p:cNvSpPr>
          <p:nvPr>
            <p:ph type="title"/>
          </p:nvPr>
        </p:nvSpPr>
        <p:spPr>
          <a:xfrm>
            <a:off x="395536" y="219075"/>
            <a:ext cx="8253163" cy="833661"/>
          </a:xfrm>
        </p:spPr>
        <p:txBody>
          <a:bodyPr anchor="ctr" anchorCtr="0"/>
          <a:lstStyle/>
          <a:p>
            <a:pPr algn="ctr"/>
            <a:r>
              <a:rPr lang="en-US" sz="3600" dirty="0"/>
              <a:t>Algorithm</a:t>
            </a:r>
          </a:p>
        </p:txBody>
      </p:sp>
      <mc:AlternateContent xmlns:mc="http://schemas.openxmlformats.org/markup-compatibility/2006" xmlns:a14="http://schemas.microsoft.com/office/drawing/2010/main">
        <mc:Choice Requires="a14">
          <p:sp>
            <p:nvSpPr>
              <p:cNvPr id="9220" name="Content Placeholder 3">
                <a:extLst>
                  <a:ext uri="{FF2B5EF4-FFF2-40B4-BE49-F238E27FC236}">
                    <a16:creationId xmlns:a16="http://schemas.microsoft.com/office/drawing/2014/main" id="{91861A98-F4BF-C3F3-3043-73C89AAEA814}"/>
                  </a:ext>
                </a:extLst>
              </p:cNvPr>
              <p:cNvSpPr>
                <a:spLocks noGrp="1"/>
              </p:cNvSpPr>
              <p:nvPr>
                <p:ph sz="quarter" idx="1"/>
              </p:nvPr>
            </p:nvSpPr>
            <p:spPr>
              <a:xfrm>
                <a:off x="360462" y="941091"/>
                <a:ext cx="8397178" cy="5085556"/>
              </a:xfrm>
              <a:noFill/>
            </p:spPr>
            <p:txBody>
              <a:bodyPr/>
              <a:lstStyle/>
              <a:p>
                <a:r>
                  <a:rPr lang="en-CA" sz="2800" dirty="0">
                    <a:latin typeface="Calibri" panose="020F0502020204030204" pitchFamily="34" charset="0"/>
                    <a:ea typeface="DengXian" panose="02010600030101010101" pitchFamily="2" charset="-122"/>
                    <a:cs typeface="Calibri" panose="020F0502020204030204" pitchFamily="34" charset="0"/>
                  </a:rPr>
                  <a:t>Mean conditional dispersion</a:t>
                </a:r>
              </a:p>
              <a:p>
                <a:pPr marL="0" indent="0" algn="ctr">
                  <a:buNone/>
                </a:pPr>
                <a14:m>
                  <m:oMath xmlns:m="http://schemas.openxmlformats.org/officeDocument/2006/math">
                    <m:sSubSup>
                      <m:sSubSupPr>
                        <m:ctrlPr>
                          <a:rPr lang="en-CA" sz="2400" i="1" smtClean="0">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CA" sz="2400" i="1">
                            <a:effectLst/>
                            <a:latin typeface="Cambria Math" panose="02040503050406030204" pitchFamily="18" charset="0"/>
                            <a:ea typeface="DengXian" panose="02010600030101010101" pitchFamily="2" charset="-122"/>
                            <a:cs typeface="Times New Roman" panose="02020603050405020304" pitchFamily="18" charset="0"/>
                          </a:rPr>
                          <m:t>𝜎</m:t>
                        </m:r>
                      </m:e>
                      <m:sub>
                        <m:r>
                          <a:rPr lang="en-CA" sz="2400" i="1">
                            <a:effectLst/>
                            <a:latin typeface="Cambria Math" panose="02040503050406030204" pitchFamily="18" charset="0"/>
                            <a:ea typeface="DengXian" panose="02010600030101010101" pitchFamily="2" charset="-122"/>
                            <a:cs typeface="Times New Roman" panose="02020603050405020304" pitchFamily="18" charset="0"/>
                          </a:rPr>
                          <m:t>𝑥𝑦</m:t>
                        </m:r>
                      </m:sub>
                      <m:sup>
                        <m:r>
                          <a:rPr lang="en-CA" sz="2400" i="1">
                            <a:effectLst/>
                            <a:latin typeface="Cambria Math" panose="02040503050406030204" pitchFamily="18" charset="0"/>
                            <a:ea typeface="DengXian" panose="02010600030101010101" pitchFamily="2" charset="-122"/>
                            <a:cs typeface="Times New Roman" panose="02020603050405020304" pitchFamily="18" charset="0"/>
                          </a:rPr>
                          <m:t>𝑀</m:t>
                        </m:r>
                      </m:sup>
                    </m:sSubSup>
                    <m:r>
                      <a:rPr lang="en-CA" sz="2400" i="1">
                        <a:effectLst/>
                        <a:latin typeface="Cambria Math" panose="02040503050406030204" pitchFamily="18" charset="0"/>
                        <a:ea typeface="DengXian" panose="02010600030101010101" pitchFamily="2" charset="-122"/>
                        <a:cs typeface="Times New Roman" panose="02020603050405020304" pitchFamily="18" charset="0"/>
                      </a:rPr>
                      <m:t>(</m:t>
                    </m:r>
                    <m:r>
                      <a:rPr lang="en-CA" sz="2400" i="1">
                        <a:effectLst/>
                        <a:latin typeface="Cambria Math" panose="02040503050406030204" pitchFamily="18" charset="0"/>
                        <a:ea typeface="DengXian" panose="02010600030101010101" pitchFamily="2" charset="-122"/>
                        <a:cs typeface="Times New Roman" panose="02020603050405020304" pitchFamily="18" charset="0"/>
                      </a:rPr>
                      <m:t>𝜖</m:t>
                    </m:r>
                    <m:r>
                      <a:rPr lang="en-CA" sz="2400" i="1">
                        <a:effectLst/>
                        <a:latin typeface="Cambria Math" panose="02040503050406030204" pitchFamily="18" charset="0"/>
                        <a:ea typeface="DengXian" panose="02010600030101010101" pitchFamily="2" charset="-122"/>
                        <a:cs typeface="Times New Roman" panose="02020603050405020304" pitchFamily="18" charset="0"/>
                      </a:rPr>
                      <m:t>)=</m:t>
                    </m:r>
                    <m:rad>
                      <m:radPr>
                        <m:degHide m:val="on"/>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radPr>
                      <m:deg/>
                      <m:e>
                        <m:f>
                          <m:fPr>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fPr>
                          <m:num>
                            <m:nary>
                              <m:naryPr>
                                <m:chr m:val="∑"/>
                                <m:limLoc m:val="undOvr"/>
                                <m:supHide m:val="on"/>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CA" sz="2400" i="1">
                                    <a:effectLst/>
                                    <a:latin typeface="Cambria Math" panose="02040503050406030204" pitchFamily="18" charset="0"/>
                                    <a:ea typeface="DengXian" panose="02010600030101010101" pitchFamily="2" charset="-122"/>
                                    <a:cs typeface="Times New Roman" panose="02020603050405020304" pitchFamily="18" charset="0"/>
                                  </a:rPr>
                                  <m:t>𝑖</m:t>
                                </m:r>
                                <m:r>
                                  <a:rPr lang="en-CA" sz="2400" i="1">
                                    <a:effectLst/>
                                    <a:latin typeface="Cambria Math" panose="02040503050406030204" pitchFamily="18" charset="0"/>
                                    <a:ea typeface="DengXian" panose="02010600030101010101" pitchFamily="2" charset="-122"/>
                                    <a:cs typeface="Times New Roman" panose="02020603050405020304" pitchFamily="18" charset="0"/>
                                  </a:rPr>
                                  <m:t>≠</m:t>
                                </m:r>
                                <m:r>
                                  <a:rPr lang="en-CA" sz="2400" i="1">
                                    <a:effectLst/>
                                    <a:latin typeface="Cambria Math" panose="02040503050406030204" pitchFamily="18" charset="0"/>
                                    <a:ea typeface="DengXian" panose="02010600030101010101" pitchFamily="2" charset="-122"/>
                                    <a:cs typeface="Times New Roman" panose="02020603050405020304" pitchFamily="18" charset="0"/>
                                  </a:rPr>
                                  <m:t>𝑗</m:t>
                                </m:r>
                              </m:sub>
                              <m:sup/>
                              <m:e>
                                <m:sSup>
                                  <m:sSupPr>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sSupPr>
                                  <m:e>
                                    <m:d>
                                      <m:dPr>
                                        <m:begChr m:val="|"/>
                                        <m:endChr m:val="|"/>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dPr>
                                      <m:e>
                                        <m:sSubSup>
                                          <m:sSubSupPr>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CA" sz="2400" b="1" i="0">
                                                <a:effectLst/>
                                                <a:latin typeface="Cambria Math" panose="02040503050406030204" pitchFamily="18" charset="0"/>
                                                <a:ea typeface="DengXian" panose="02010600030101010101" pitchFamily="2" charset="-122"/>
                                                <a:cs typeface="Times New Roman" panose="02020603050405020304" pitchFamily="18" charset="0"/>
                                              </a:rPr>
                                              <m:t>𝐲</m:t>
                                            </m:r>
                                          </m:e>
                                          <m:sub>
                                            <m:r>
                                              <a:rPr lang="en-CA" sz="2400" i="1">
                                                <a:effectLst/>
                                                <a:latin typeface="Cambria Math" panose="02040503050406030204" pitchFamily="18" charset="0"/>
                                                <a:ea typeface="DengXian" panose="02010600030101010101" pitchFamily="2" charset="-122"/>
                                                <a:cs typeface="Times New Roman" panose="02020603050405020304" pitchFamily="18" charset="0"/>
                                              </a:rPr>
                                              <m:t>𝑖</m:t>
                                            </m:r>
                                          </m:sub>
                                          <m:sup>
                                            <m:r>
                                              <a:rPr lang="en-CA" sz="2400" i="1">
                                                <a:effectLst/>
                                                <a:latin typeface="Cambria Math" panose="02040503050406030204" pitchFamily="18" charset="0"/>
                                                <a:ea typeface="DengXian" panose="02010600030101010101" pitchFamily="2" charset="-122"/>
                                                <a:cs typeface="Times New Roman" panose="02020603050405020304" pitchFamily="18" charset="0"/>
                                              </a:rPr>
                                              <m:t>𝑀</m:t>
                                            </m:r>
                                          </m:sup>
                                        </m:sSubSup>
                                        <m:r>
                                          <a:rPr lang="en-CA" sz="2400" i="1">
                                            <a:effectLst/>
                                            <a:latin typeface="Cambria Math" panose="02040503050406030204" pitchFamily="18" charset="0"/>
                                            <a:ea typeface="DengXian" panose="02010600030101010101" pitchFamily="2" charset="-122"/>
                                            <a:cs typeface="Times New Roman" panose="02020603050405020304" pitchFamily="18" charset="0"/>
                                          </a:rPr>
                                          <m:t>−</m:t>
                                        </m:r>
                                        <m:sSubSup>
                                          <m:sSubSupPr>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CA" sz="2400" b="1" i="0">
                                                <a:effectLst/>
                                                <a:latin typeface="Cambria Math" panose="02040503050406030204" pitchFamily="18" charset="0"/>
                                                <a:ea typeface="DengXian" panose="02010600030101010101" pitchFamily="2" charset="-122"/>
                                                <a:cs typeface="Times New Roman" panose="02020603050405020304" pitchFamily="18" charset="0"/>
                                              </a:rPr>
                                              <m:t>𝐲</m:t>
                                            </m:r>
                                          </m:e>
                                          <m:sub>
                                            <m:r>
                                              <a:rPr lang="en-CA" sz="2400" i="1">
                                                <a:effectLst/>
                                                <a:latin typeface="Cambria Math" panose="02040503050406030204" pitchFamily="18" charset="0"/>
                                                <a:ea typeface="DengXian" panose="02010600030101010101" pitchFamily="2" charset="-122"/>
                                                <a:cs typeface="Times New Roman" panose="02020603050405020304" pitchFamily="18" charset="0"/>
                                              </a:rPr>
                                              <m:t>𝑗</m:t>
                                            </m:r>
                                          </m:sub>
                                          <m:sup>
                                            <m:r>
                                              <a:rPr lang="en-CA" sz="2400" i="1">
                                                <a:effectLst/>
                                                <a:latin typeface="Cambria Math" panose="02040503050406030204" pitchFamily="18" charset="0"/>
                                                <a:ea typeface="DengXian" panose="02010600030101010101" pitchFamily="2" charset="-122"/>
                                                <a:cs typeface="Times New Roman" panose="02020603050405020304" pitchFamily="18" charset="0"/>
                                              </a:rPr>
                                              <m:t>𝑀</m:t>
                                            </m:r>
                                          </m:sup>
                                        </m:sSubSup>
                                      </m:e>
                                    </m:d>
                                  </m:e>
                                  <m:sup>
                                    <m:r>
                                      <a:rPr lang="en-CA" sz="2400" i="1">
                                        <a:effectLst/>
                                        <a:latin typeface="Cambria Math" panose="02040503050406030204" pitchFamily="18" charset="0"/>
                                        <a:ea typeface="DengXian" panose="02010600030101010101" pitchFamily="2" charset="-122"/>
                                        <a:cs typeface="Times New Roman" panose="02020603050405020304" pitchFamily="18" charset="0"/>
                                      </a:rPr>
                                      <m:t>2</m:t>
                                    </m:r>
                                  </m:sup>
                                </m:sSup>
                                <m:r>
                                  <a:rPr lang="en-CA" sz="2400" i="1">
                                    <a:effectLst/>
                                    <a:latin typeface="Cambria Math" panose="02040503050406030204" pitchFamily="18" charset="0"/>
                                    <a:ea typeface="DengXian" panose="02010600030101010101" pitchFamily="2" charset="-122"/>
                                    <a:cs typeface="Times New Roman" panose="02020603050405020304" pitchFamily="18" charset="0"/>
                                  </a:rPr>
                                  <m:t>𝐻</m:t>
                                </m:r>
                                <m:d>
                                  <m:dPr>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CA" sz="2400" i="1">
                                        <a:effectLst/>
                                        <a:latin typeface="Cambria Math" panose="02040503050406030204" pitchFamily="18" charset="0"/>
                                        <a:ea typeface="DengXian" panose="02010600030101010101" pitchFamily="2" charset="-122"/>
                                        <a:cs typeface="Times New Roman" panose="02020603050405020304" pitchFamily="18" charset="0"/>
                                      </a:rPr>
                                      <m:t>𝜖</m:t>
                                    </m:r>
                                    <m:r>
                                      <a:rPr lang="en-CA" sz="2400" i="1">
                                        <a:effectLst/>
                                        <a:latin typeface="Cambria Math" panose="02040503050406030204" pitchFamily="18" charset="0"/>
                                        <a:ea typeface="DengXian" panose="02010600030101010101" pitchFamily="2" charset="-122"/>
                                        <a:cs typeface="Times New Roman" panose="02020603050405020304" pitchFamily="18" charset="0"/>
                                      </a:rPr>
                                      <m:t>−</m:t>
                                    </m:r>
                                    <m:d>
                                      <m:dPr>
                                        <m:begChr m:val="|"/>
                                        <m:endChr m:val="|"/>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dPr>
                                      <m:e>
                                        <m:sSubSup>
                                          <m:sSubSupPr>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CA" sz="2400" b="1" i="0">
                                                <a:effectLst/>
                                                <a:latin typeface="Cambria Math" panose="02040503050406030204" pitchFamily="18" charset="0"/>
                                                <a:ea typeface="DengXian" panose="02010600030101010101" pitchFamily="2" charset="-122"/>
                                                <a:cs typeface="Times New Roman" panose="02020603050405020304" pitchFamily="18" charset="0"/>
                                              </a:rPr>
                                              <m:t>𝐱</m:t>
                                            </m:r>
                                          </m:e>
                                          <m:sub>
                                            <m:r>
                                              <a:rPr lang="en-CA" sz="2400" i="1">
                                                <a:effectLst/>
                                                <a:latin typeface="Cambria Math" panose="02040503050406030204" pitchFamily="18" charset="0"/>
                                                <a:ea typeface="DengXian" panose="02010600030101010101" pitchFamily="2" charset="-122"/>
                                                <a:cs typeface="Times New Roman" panose="02020603050405020304" pitchFamily="18" charset="0"/>
                                              </a:rPr>
                                              <m:t>𝑖</m:t>
                                            </m:r>
                                          </m:sub>
                                          <m:sup>
                                            <m:r>
                                              <a:rPr lang="en-CA" sz="2400" i="1">
                                                <a:effectLst/>
                                                <a:latin typeface="Cambria Math" panose="02040503050406030204" pitchFamily="18" charset="0"/>
                                                <a:ea typeface="DengXian" panose="02010600030101010101" pitchFamily="2" charset="-122"/>
                                                <a:cs typeface="Times New Roman" panose="02020603050405020304" pitchFamily="18" charset="0"/>
                                              </a:rPr>
                                              <m:t>𝑀</m:t>
                                            </m:r>
                                          </m:sup>
                                        </m:sSubSup>
                                        <m:r>
                                          <a:rPr lang="en-CA" sz="2400" i="1">
                                            <a:effectLst/>
                                            <a:latin typeface="Cambria Math" panose="02040503050406030204" pitchFamily="18" charset="0"/>
                                            <a:ea typeface="DengXian" panose="02010600030101010101" pitchFamily="2" charset="-122"/>
                                            <a:cs typeface="Times New Roman" panose="02020603050405020304" pitchFamily="18" charset="0"/>
                                          </a:rPr>
                                          <m:t>−</m:t>
                                        </m:r>
                                        <m:sSubSup>
                                          <m:sSubSupPr>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CA" sz="2400" b="1">
                                                <a:latin typeface="Cambria Math" panose="02040503050406030204" pitchFamily="18" charset="0"/>
                                                <a:ea typeface="DengXian" panose="02010600030101010101" pitchFamily="2" charset="-122"/>
                                                <a:cs typeface="Times New Roman" panose="02020603050405020304" pitchFamily="18" charset="0"/>
                                              </a:rPr>
                                              <m:t>𝐱</m:t>
                                            </m:r>
                                          </m:e>
                                          <m:sub>
                                            <m:r>
                                              <a:rPr lang="en-CA" sz="2400" i="1">
                                                <a:effectLst/>
                                                <a:latin typeface="Cambria Math" panose="02040503050406030204" pitchFamily="18" charset="0"/>
                                                <a:ea typeface="DengXian" panose="02010600030101010101" pitchFamily="2" charset="-122"/>
                                                <a:cs typeface="Times New Roman" panose="02020603050405020304" pitchFamily="18" charset="0"/>
                                              </a:rPr>
                                              <m:t>𝑗</m:t>
                                            </m:r>
                                          </m:sub>
                                          <m:sup>
                                            <m:r>
                                              <a:rPr lang="en-CA" sz="2400" i="1">
                                                <a:effectLst/>
                                                <a:latin typeface="Cambria Math" panose="02040503050406030204" pitchFamily="18" charset="0"/>
                                                <a:ea typeface="DengXian" panose="02010600030101010101" pitchFamily="2" charset="-122"/>
                                                <a:cs typeface="Times New Roman" panose="02020603050405020304" pitchFamily="18" charset="0"/>
                                              </a:rPr>
                                              <m:t>𝑀</m:t>
                                            </m:r>
                                          </m:sup>
                                        </m:sSubSup>
                                      </m:e>
                                    </m:d>
                                  </m:e>
                                </m:d>
                              </m:e>
                            </m:nary>
                          </m:num>
                          <m:den>
                            <m:nary>
                              <m:naryPr>
                                <m:chr m:val="∑"/>
                                <m:limLoc m:val="undOvr"/>
                                <m:supHide m:val="on"/>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CA" sz="2400" i="1">
                                    <a:effectLst/>
                                    <a:latin typeface="Cambria Math" panose="02040503050406030204" pitchFamily="18" charset="0"/>
                                    <a:ea typeface="DengXian" panose="02010600030101010101" pitchFamily="2" charset="-122"/>
                                    <a:cs typeface="Times New Roman" panose="02020603050405020304" pitchFamily="18" charset="0"/>
                                  </a:rPr>
                                  <m:t>𝑖</m:t>
                                </m:r>
                                <m:r>
                                  <a:rPr lang="en-CA" sz="2400" i="1">
                                    <a:effectLst/>
                                    <a:latin typeface="Cambria Math" panose="02040503050406030204" pitchFamily="18" charset="0"/>
                                    <a:ea typeface="DengXian" panose="02010600030101010101" pitchFamily="2" charset="-122"/>
                                    <a:cs typeface="Times New Roman" panose="02020603050405020304" pitchFamily="18" charset="0"/>
                                  </a:rPr>
                                  <m:t>≠</m:t>
                                </m:r>
                                <m:r>
                                  <a:rPr lang="en-CA" sz="2400" i="1">
                                    <a:effectLst/>
                                    <a:latin typeface="Cambria Math" panose="02040503050406030204" pitchFamily="18" charset="0"/>
                                    <a:ea typeface="DengXian" panose="02010600030101010101" pitchFamily="2" charset="-122"/>
                                    <a:cs typeface="Times New Roman" panose="02020603050405020304" pitchFamily="18" charset="0"/>
                                  </a:rPr>
                                  <m:t>𝑗</m:t>
                                </m:r>
                              </m:sub>
                              <m:sup/>
                              <m:e>
                                <m:r>
                                  <a:rPr lang="en-CA" sz="2400" i="1">
                                    <a:effectLst/>
                                    <a:latin typeface="Cambria Math" panose="02040503050406030204" pitchFamily="18" charset="0"/>
                                    <a:ea typeface="DengXian" panose="02010600030101010101" pitchFamily="2" charset="-122"/>
                                    <a:cs typeface="Times New Roman" panose="02020603050405020304" pitchFamily="18" charset="0"/>
                                  </a:rPr>
                                  <m:t>𝐻</m:t>
                                </m:r>
                                <m:d>
                                  <m:dPr>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CA" sz="2400" i="1">
                                        <a:effectLst/>
                                        <a:latin typeface="Cambria Math" panose="02040503050406030204" pitchFamily="18" charset="0"/>
                                        <a:ea typeface="DengXian" panose="02010600030101010101" pitchFamily="2" charset="-122"/>
                                        <a:cs typeface="Times New Roman" panose="02020603050405020304" pitchFamily="18" charset="0"/>
                                      </a:rPr>
                                      <m:t>𝜖</m:t>
                                    </m:r>
                                    <m:r>
                                      <a:rPr lang="en-CA" sz="2400" i="1">
                                        <a:effectLst/>
                                        <a:latin typeface="Cambria Math" panose="02040503050406030204" pitchFamily="18" charset="0"/>
                                        <a:ea typeface="DengXian" panose="02010600030101010101" pitchFamily="2" charset="-122"/>
                                        <a:cs typeface="Times New Roman" panose="02020603050405020304" pitchFamily="18" charset="0"/>
                                      </a:rPr>
                                      <m:t>−</m:t>
                                    </m:r>
                                    <m:d>
                                      <m:dPr>
                                        <m:begChr m:val="|"/>
                                        <m:endChr m:val="|"/>
                                        <m:ctrlPr>
                                          <a:rPr lang="en-CA" sz="2400" i="1">
                                            <a:effectLst/>
                                            <a:latin typeface="Cambria Math" panose="02040503050406030204" pitchFamily="18" charset="0"/>
                                            <a:ea typeface="DengXian" panose="02010600030101010101" pitchFamily="2" charset="-122"/>
                                            <a:cs typeface="Times New Roman" panose="02020603050405020304" pitchFamily="18" charset="0"/>
                                          </a:rPr>
                                        </m:ctrlPr>
                                      </m:dPr>
                                      <m:e>
                                        <m:sSubSup>
                                          <m:sSubSupPr>
                                            <m:ctrlPr>
                                              <a:rPr lang="en-CA" sz="2400" i="1">
                                                <a:latin typeface="Cambria Math" panose="02040503050406030204" pitchFamily="18" charset="0"/>
                                                <a:ea typeface="DengXian" panose="02010600030101010101" pitchFamily="2" charset="-122"/>
                                                <a:cs typeface="Times New Roman" panose="02020603050405020304" pitchFamily="18" charset="0"/>
                                              </a:rPr>
                                            </m:ctrlPr>
                                          </m:sSubSupPr>
                                          <m:e>
                                            <m:r>
                                              <a:rPr lang="en-CA" sz="2400" b="1">
                                                <a:latin typeface="Cambria Math" panose="02040503050406030204" pitchFamily="18" charset="0"/>
                                                <a:ea typeface="DengXian" panose="02010600030101010101" pitchFamily="2" charset="-122"/>
                                                <a:cs typeface="Times New Roman" panose="02020603050405020304" pitchFamily="18" charset="0"/>
                                              </a:rPr>
                                              <m:t>𝐱</m:t>
                                            </m:r>
                                          </m:e>
                                          <m:sub>
                                            <m:r>
                                              <a:rPr lang="en-CA" sz="2400" i="1">
                                                <a:latin typeface="Cambria Math" panose="02040503050406030204" pitchFamily="18" charset="0"/>
                                                <a:ea typeface="DengXian" panose="02010600030101010101" pitchFamily="2" charset="-122"/>
                                                <a:cs typeface="Times New Roman" panose="02020603050405020304" pitchFamily="18" charset="0"/>
                                              </a:rPr>
                                              <m:t>𝑖</m:t>
                                            </m:r>
                                          </m:sub>
                                          <m:sup>
                                            <m:r>
                                              <a:rPr lang="en-CA" sz="2400" i="1">
                                                <a:latin typeface="Cambria Math" panose="02040503050406030204" pitchFamily="18" charset="0"/>
                                                <a:ea typeface="DengXian" panose="02010600030101010101" pitchFamily="2" charset="-122"/>
                                                <a:cs typeface="Times New Roman" panose="02020603050405020304" pitchFamily="18" charset="0"/>
                                              </a:rPr>
                                              <m:t>𝑀</m:t>
                                            </m:r>
                                          </m:sup>
                                        </m:sSubSup>
                                        <m:r>
                                          <a:rPr lang="en-CA" sz="2400" i="1">
                                            <a:latin typeface="Cambria Math" panose="02040503050406030204" pitchFamily="18" charset="0"/>
                                            <a:ea typeface="DengXian" panose="02010600030101010101" pitchFamily="2" charset="-122"/>
                                            <a:cs typeface="Times New Roman" panose="02020603050405020304" pitchFamily="18" charset="0"/>
                                          </a:rPr>
                                          <m:t>−</m:t>
                                        </m:r>
                                        <m:sSubSup>
                                          <m:sSubSupPr>
                                            <m:ctrlPr>
                                              <a:rPr lang="en-CA" sz="2400" i="1">
                                                <a:latin typeface="Cambria Math" panose="02040503050406030204" pitchFamily="18" charset="0"/>
                                                <a:ea typeface="DengXian" panose="02010600030101010101" pitchFamily="2" charset="-122"/>
                                                <a:cs typeface="Times New Roman" panose="02020603050405020304" pitchFamily="18" charset="0"/>
                                              </a:rPr>
                                            </m:ctrlPr>
                                          </m:sSubSupPr>
                                          <m:e>
                                            <m:r>
                                              <a:rPr lang="en-CA" sz="2400" b="1">
                                                <a:latin typeface="Cambria Math" panose="02040503050406030204" pitchFamily="18" charset="0"/>
                                                <a:ea typeface="DengXian" panose="02010600030101010101" pitchFamily="2" charset="-122"/>
                                                <a:cs typeface="Times New Roman" panose="02020603050405020304" pitchFamily="18" charset="0"/>
                                              </a:rPr>
                                              <m:t>𝐱</m:t>
                                            </m:r>
                                          </m:e>
                                          <m:sub>
                                            <m:r>
                                              <a:rPr lang="en-CA" sz="2400" i="1">
                                                <a:latin typeface="Cambria Math" panose="02040503050406030204" pitchFamily="18" charset="0"/>
                                                <a:ea typeface="DengXian" panose="02010600030101010101" pitchFamily="2" charset="-122"/>
                                                <a:cs typeface="Times New Roman" panose="02020603050405020304" pitchFamily="18" charset="0"/>
                                              </a:rPr>
                                              <m:t>𝑗</m:t>
                                            </m:r>
                                          </m:sub>
                                          <m:sup>
                                            <m:r>
                                              <a:rPr lang="en-CA" sz="2400" i="1">
                                                <a:latin typeface="Cambria Math" panose="02040503050406030204" pitchFamily="18" charset="0"/>
                                                <a:ea typeface="DengXian" panose="02010600030101010101" pitchFamily="2" charset="-122"/>
                                                <a:cs typeface="Times New Roman" panose="02020603050405020304" pitchFamily="18" charset="0"/>
                                              </a:rPr>
                                              <m:t>𝑀</m:t>
                                            </m:r>
                                          </m:sup>
                                        </m:sSubSup>
                                      </m:e>
                                    </m:d>
                                  </m:e>
                                </m:d>
                              </m:e>
                            </m:nary>
                          </m:den>
                        </m:f>
                      </m:e>
                    </m:rad>
                  </m:oMath>
                </a14:m>
                <a:r>
                  <a:rPr lang="en-US" sz="2800" dirty="0">
                    <a:latin typeface="Calibri" panose="020F0502020204030204" pitchFamily="34" charset="0"/>
                    <a:cs typeface="Calibri" panose="020F0502020204030204" pitchFamily="34" charset="0"/>
                  </a:rPr>
                  <a:t>,</a:t>
                </a:r>
              </a:p>
              <a:p>
                <a:pPr marL="0" indent="0">
                  <a:buNone/>
                </a:pPr>
                <a:r>
                  <a:rPr lang="en-US" sz="2800" dirty="0">
                    <a:latin typeface="Calibri" panose="020F0502020204030204" pitchFamily="34" charset="0"/>
                    <a:cs typeface="Calibri" panose="020F0502020204030204" pitchFamily="34" charset="0"/>
                  </a:rPr>
                  <a:t>where </a:t>
                </a:r>
                <a:r>
                  <a:rPr lang="en-US" sz="2800" i="1" dirty="0">
                    <a:latin typeface="Calibri" panose="020F0502020204030204" pitchFamily="34" charset="0"/>
                    <a:cs typeface="Calibri" panose="020F0502020204030204" pitchFamily="34" charset="0"/>
                  </a:rPr>
                  <a:t>H </a:t>
                </a:r>
                <a:r>
                  <a:rPr lang="en-US" sz="2800" dirty="0">
                    <a:latin typeface="Calibri" panose="020F0502020204030204" pitchFamily="34" charset="0"/>
                    <a:cs typeface="Calibri" panose="020F0502020204030204" pitchFamily="34" charset="0"/>
                  </a:rPr>
                  <a:t>is the Heaviside function</a:t>
                </a:r>
              </a:p>
            </p:txBody>
          </p:sp>
        </mc:Choice>
        <mc:Fallback xmlns="">
          <p:sp>
            <p:nvSpPr>
              <p:cNvPr id="9220" name="Content Placeholder 3">
                <a:extLst>
                  <a:ext uri="{FF2B5EF4-FFF2-40B4-BE49-F238E27FC236}">
                    <a16:creationId xmlns:a16="http://schemas.microsoft.com/office/drawing/2014/main" id="{91861A98-F4BF-C3F3-3043-73C89AAEA814}"/>
                  </a:ext>
                </a:extLst>
              </p:cNvPr>
              <p:cNvSpPr>
                <a:spLocks noGrp="1" noRot="1" noChangeAspect="1" noMove="1" noResize="1" noEditPoints="1" noAdjustHandles="1" noChangeArrowheads="1" noChangeShapeType="1" noTextEdit="1"/>
              </p:cNvSpPr>
              <p:nvPr>
                <p:ph sz="quarter" idx="1"/>
              </p:nvPr>
            </p:nvSpPr>
            <p:spPr>
              <a:xfrm>
                <a:off x="360462" y="941091"/>
                <a:ext cx="8397178" cy="5085556"/>
              </a:xfrm>
              <a:blipFill>
                <a:blip r:embed="rId3"/>
                <a:stretch>
                  <a:fillRect l="-1451" t="-1078"/>
                </a:stretch>
              </a:blipFill>
            </p:spPr>
            <p:txBody>
              <a:bodyPr/>
              <a:lstStyle/>
              <a:p>
                <a:r>
                  <a:rPr lang="en-CA">
                    <a:noFill/>
                  </a:rPr>
                  <a:t> </a:t>
                </a:r>
              </a:p>
            </p:txBody>
          </p:sp>
        </mc:Fallback>
      </mc:AlternateContent>
      <p:sp>
        <p:nvSpPr>
          <p:cNvPr id="6" name="Footer Placeholder 5">
            <a:extLst>
              <a:ext uri="{FF2B5EF4-FFF2-40B4-BE49-F238E27FC236}">
                <a16:creationId xmlns:a16="http://schemas.microsoft.com/office/drawing/2014/main" id="{3690F2CF-9678-AC80-855C-F1122844DEA8}"/>
              </a:ext>
            </a:extLst>
          </p:cNvPr>
          <p:cNvSpPr>
            <a:spLocks noGrp="1"/>
          </p:cNvSpPr>
          <p:nvPr>
            <p:ph type="ftr" sz="quarter" idx="11"/>
          </p:nvPr>
        </p:nvSpPr>
        <p:spPr/>
        <p:txBody>
          <a:bodyPr/>
          <a:lstStyle/>
          <a:p>
            <a:pPr>
              <a:defRPr/>
            </a:pPr>
            <a:r>
              <a:rPr lang="it-IT"/>
              <a:t>2024-10-31 SWIP</a:t>
            </a:r>
            <a:endParaRPr lang="en-CA" dirty="0"/>
          </a:p>
        </p:txBody>
      </p:sp>
      <p:graphicFrame>
        <p:nvGraphicFramePr>
          <p:cNvPr id="4" name="Object 3">
            <a:extLst>
              <a:ext uri="{FF2B5EF4-FFF2-40B4-BE49-F238E27FC236}">
                <a16:creationId xmlns:a16="http://schemas.microsoft.com/office/drawing/2014/main" id="{E38B3819-0138-31C8-36BF-8DA7F52E78EE}"/>
              </a:ext>
            </a:extLst>
          </p:cNvPr>
          <p:cNvGraphicFramePr>
            <a:graphicFrameLocks noChangeAspect="1"/>
          </p:cNvGraphicFramePr>
          <p:nvPr>
            <p:extLst>
              <p:ext uri="{D42A27DB-BD31-4B8C-83A1-F6EECF244321}">
                <p14:modId xmlns:p14="http://schemas.microsoft.com/office/powerpoint/2010/main" val="3005744281"/>
              </p:ext>
            </p:extLst>
          </p:nvPr>
        </p:nvGraphicFramePr>
        <p:xfrm>
          <a:off x="5580112" y="2432923"/>
          <a:ext cx="2601912" cy="1006475"/>
        </p:xfrm>
        <a:graphic>
          <a:graphicData uri="http://schemas.openxmlformats.org/presentationml/2006/ole">
            <mc:AlternateContent xmlns:mc="http://schemas.openxmlformats.org/markup-compatibility/2006">
              <mc:Choice xmlns:v="urn:schemas-microsoft-com:vml" Requires="v">
                <p:oleObj name="Equation" r:id="rId4" imgW="1104840" imgH="393480" progId="Equation.DSMT4">
                  <p:embed/>
                </p:oleObj>
              </mc:Choice>
              <mc:Fallback>
                <p:oleObj name="Equation" r:id="rId4" imgW="1104840" imgH="393480" progId="Equation.DSMT4">
                  <p:embed/>
                  <p:pic>
                    <p:nvPicPr>
                      <p:cNvPr id="4" name="Object 3">
                        <a:extLst>
                          <a:ext uri="{FF2B5EF4-FFF2-40B4-BE49-F238E27FC236}">
                            <a16:creationId xmlns:a16="http://schemas.microsoft.com/office/drawing/2014/main" id="{E38B3819-0138-31C8-36BF-8DA7F52E78EE}"/>
                          </a:ext>
                        </a:extLst>
                      </p:cNvPr>
                      <p:cNvPicPr/>
                      <p:nvPr/>
                    </p:nvPicPr>
                    <p:blipFill>
                      <a:blip r:embed="rId5"/>
                      <a:stretch>
                        <a:fillRect/>
                      </a:stretch>
                    </p:blipFill>
                    <p:spPr>
                      <a:xfrm>
                        <a:off x="5580112" y="2432923"/>
                        <a:ext cx="2601912" cy="1006475"/>
                      </a:xfrm>
                      <a:prstGeom prst="rect">
                        <a:avLst/>
                      </a:prstGeom>
                      <a:noFill/>
                    </p:spPr>
                  </p:pic>
                </p:oleObj>
              </mc:Fallback>
            </mc:AlternateContent>
          </a:graphicData>
        </a:graphic>
      </p:graphicFrame>
      <p:grpSp>
        <p:nvGrpSpPr>
          <p:cNvPr id="27" name="Group 26">
            <a:extLst>
              <a:ext uri="{FF2B5EF4-FFF2-40B4-BE49-F238E27FC236}">
                <a16:creationId xmlns:a16="http://schemas.microsoft.com/office/drawing/2014/main" id="{9D032667-811D-1EAC-459D-F93B8EF0ECC2}"/>
              </a:ext>
            </a:extLst>
          </p:cNvPr>
          <p:cNvGrpSpPr/>
          <p:nvPr/>
        </p:nvGrpSpPr>
        <p:grpSpPr>
          <a:xfrm>
            <a:off x="618244" y="3356992"/>
            <a:ext cx="3659523" cy="2977376"/>
            <a:chOff x="4689140" y="3463925"/>
            <a:chExt cx="3659523" cy="2977376"/>
          </a:xfrm>
        </p:grpSpPr>
        <p:cxnSp>
          <p:nvCxnSpPr>
            <p:cNvPr id="3" name="Straight Connector 2">
              <a:extLst>
                <a:ext uri="{FF2B5EF4-FFF2-40B4-BE49-F238E27FC236}">
                  <a16:creationId xmlns:a16="http://schemas.microsoft.com/office/drawing/2014/main" id="{BC7A531C-DB59-7B3B-BAB0-35043FEAF3A2}"/>
                </a:ext>
              </a:extLst>
            </p:cNvPr>
            <p:cNvCxnSpPr>
              <a:cxnSpLocks/>
            </p:cNvCxnSpPr>
            <p:nvPr/>
          </p:nvCxnSpPr>
          <p:spPr>
            <a:xfrm flipV="1">
              <a:off x="5966668" y="3861048"/>
              <a:ext cx="1629668" cy="1396752"/>
            </a:xfrm>
            <a:prstGeom prst="line">
              <a:avLst/>
            </a:prstGeom>
            <a:ln w="28575">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graphicFrame>
          <p:nvGraphicFramePr>
            <p:cNvPr id="7" name="Object 6">
              <a:extLst>
                <a:ext uri="{FF2B5EF4-FFF2-40B4-BE49-F238E27FC236}">
                  <a16:creationId xmlns:a16="http://schemas.microsoft.com/office/drawing/2014/main" id="{058082B0-0840-4EA1-EA4B-AF5FE658B443}"/>
                </a:ext>
              </a:extLst>
            </p:cNvPr>
            <p:cNvGraphicFramePr>
              <a:graphicFrameLocks noChangeAspect="1"/>
            </p:cNvGraphicFramePr>
            <p:nvPr>
              <p:extLst>
                <p:ext uri="{D42A27DB-BD31-4B8C-83A1-F6EECF244321}">
                  <p14:modId xmlns:p14="http://schemas.microsoft.com/office/powerpoint/2010/main" val="1871204452"/>
                </p:ext>
              </p:extLst>
            </p:nvPr>
          </p:nvGraphicFramePr>
          <p:xfrm>
            <a:off x="6084168" y="5317258"/>
            <a:ext cx="539750" cy="519112"/>
          </p:xfrm>
          <a:graphic>
            <a:graphicData uri="http://schemas.openxmlformats.org/presentationml/2006/ole">
              <mc:AlternateContent xmlns:mc="http://schemas.openxmlformats.org/markup-compatibility/2006">
                <mc:Choice xmlns:v="urn:schemas-microsoft-com:vml" Requires="v">
                  <p:oleObj name="Equation" r:id="rId6" imgW="228600" imgH="203040" progId="Equation.DSMT4">
                    <p:embed/>
                  </p:oleObj>
                </mc:Choice>
                <mc:Fallback>
                  <p:oleObj name="Equation" r:id="rId6" imgW="228600" imgH="203040" progId="Equation.DSMT4">
                    <p:embed/>
                    <p:pic>
                      <p:nvPicPr>
                        <p:cNvPr id="7" name="Object 6">
                          <a:extLst>
                            <a:ext uri="{FF2B5EF4-FFF2-40B4-BE49-F238E27FC236}">
                              <a16:creationId xmlns:a16="http://schemas.microsoft.com/office/drawing/2014/main" id="{058082B0-0840-4EA1-EA4B-AF5FE658B443}"/>
                            </a:ext>
                          </a:extLst>
                        </p:cNvPr>
                        <p:cNvPicPr/>
                        <p:nvPr/>
                      </p:nvPicPr>
                      <p:blipFill>
                        <a:blip r:embed="rId7"/>
                        <a:stretch>
                          <a:fillRect/>
                        </a:stretch>
                      </p:blipFill>
                      <p:spPr>
                        <a:xfrm>
                          <a:off x="6084168" y="5317258"/>
                          <a:ext cx="539750" cy="519112"/>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275A78C3-7786-BA24-03EE-106FC0BBE08C}"/>
                </a:ext>
              </a:extLst>
            </p:cNvPr>
            <p:cNvGraphicFramePr>
              <a:graphicFrameLocks noChangeAspect="1"/>
            </p:cNvGraphicFramePr>
            <p:nvPr>
              <p:extLst>
                <p:ext uri="{D42A27DB-BD31-4B8C-83A1-F6EECF244321}">
                  <p14:modId xmlns:p14="http://schemas.microsoft.com/office/powerpoint/2010/main" val="3430168214"/>
                </p:ext>
              </p:extLst>
            </p:nvPr>
          </p:nvGraphicFramePr>
          <p:xfrm>
            <a:off x="5002631" y="4283199"/>
            <a:ext cx="628650" cy="552450"/>
          </p:xfrm>
          <a:graphic>
            <a:graphicData uri="http://schemas.openxmlformats.org/presentationml/2006/ole">
              <mc:AlternateContent xmlns:mc="http://schemas.openxmlformats.org/markup-compatibility/2006">
                <mc:Choice xmlns:v="urn:schemas-microsoft-com:vml" Requires="v">
                  <p:oleObj name="Equation" r:id="rId8" imgW="266400" imgH="215640" progId="Equation.DSMT4">
                    <p:embed/>
                  </p:oleObj>
                </mc:Choice>
                <mc:Fallback>
                  <p:oleObj name="Equation" r:id="rId8" imgW="266400" imgH="215640" progId="Equation.DSMT4">
                    <p:embed/>
                    <p:pic>
                      <p:nvPicPr>
                        <p:cNvPr id="9" name="Object 8">
                          <a:extLst>
                            <a:ext uri="{FF2B5EF4-FFF2-40B4-BE49-F238E27FC236}">
                              <a16:creationId xmlns:a16="http://schemas.microsoft.com/office/drawing/2014/main" id="{275A78C3-7786-BA24-03EE-106FC0BBE08C}"/>
                            </a:ext>
                          </a:extLst>
                        </p:cNvPr>
                        <p:cNvPicPr/>
                        <p:nvPr/>
                      </p:nvPicPr>
                      <p:blipFill>
                        <a:blip r:embed="rId9"/>
                        <a:stretch>
                          <a:fillRect/>
                        </a:stretch>
                      </p:blipFill>
                      <p:spPr>
                        <a:xfrm>
                          <a:off x="5002631" y="4283199"/>
                          <a:ext cx="628650" cy="552450"/>
                        </a:xfrm>
                        <a:prstGeom prst="rect">
                          <a:avLst/>
                        </a:prstGeom>
                        <a:noFill/>
                      </p:spPr>
                    </p:pic>
                  </p:oleObj>
                </mc:Fallback>
              </mc:AlternateContent>
            </a:graphicData>
          </a:graphic>
        </p:graphicFrame>
        <p:graphicFrame>
          <p:nvGraphicFramePr>
            <p:cNvPr id="10" name="Object 9">
              <a:extLst>
                <a:ext uri="{FF2B5EF4-FFF2-40B4-BE49-F238E27FC236}">
                  <a16:creationId xmlns:a16="http://schemas.microsoft.com/office/drawing/2014/main" id="{2E658284-D9F4-896E-F4A9-A6A0A452D7C5}"/>
                </a:ext>
              </a:extLst>
            </p:cNvPr>
            <p:cNvGraphicFramePr>
              <a:graphicFrameLocks noChangeAspect="1"/>
            </p:cNvGraphicFramePr>
            <p:nvPr>
              <p:extLst>
                <p:ext uri="{D42A27DB-BD31-4B8C-83A1-F6EECF244321}">
                  <p14:modId xmlns:p14="http://schemas.microsoft.com/office/powerpoint/2010/main" val="1959764232"/>
                </p:ext>
              </p:extLst>
            </p:nvPr>
          </p:nvGraphicFramePr>
          <p:xfrm>
            <a:off x="7808913" y="3463925"/>
            <a:ext cx="539750" cy="552450"/>
          </p:xfrm>
          <a:graphic>
            <a:graphicData uri="http://schemas.openxmlformats.org/presentationml/2006/ole">
              <mc:AlternateContent xmlns:mc="http://schemas.openxmlformats.org/markup-compatibility/2006">
                <mc:Choice xmlns:v="urn:schemas-microsoft-com:vml" Requires="v">
                  <p:oleObj name="Equation" r:id="rId10" imgW="228600" imgH="215640" progId="Equation.DSMT4">
                    <p:embed/>
                  </p:oleObj>
                </mc:Choice>
                <mc:Fallback>
                  <p:oleObj name="Equation" r:id="rId10" imgW="228600" imgH="215640" progId="Equation.DSMT4">
                    <p:embed/>
                    <p:pic>
                      <p:nvPicPr>
                        <p:cNvPr id="10" name="Object 9">
                          <a:extLst>
                            <a:ext uri="{FF2B5EF4-FFF2-40B4-BE49-F238E27FC236}">
                              <a16:creationId xmlns:a16="http://schemas.microsoft.com/office/drawing/2014/main" id="{2E658284-D9F4-896E-F4A9-A6A0A452D7C5}"/>
                            </a:ext>
                          </a:extLst>
                        </p:cNvPr>
                        <p:cNvPicPr/>
                        <p:nvPr/>
                      </p:nvPicPr>
                      <p:blipFill>
                        <a:blip r:embed="rId11"/>
                        <a:stretch>
                          <a:fillRect/>
                        </a:stretch>
                      </p:blipFill>
                      <p:spPr>
                        <a:xfrm>
                          <a:off x="7808913" y="3463925"/>
                          <a:ext cx="539750" cy="552450"/>
                        </a:xfrm>
                        <a:prstGeom prst="rect">
                          <a:avLst/>
                        </a:prstGeom>
                        <a:noFill/>
                      </p:spPr>
                    </p:pic>
                  </p:oleObj>
                </mc:Fallback>
              </mc:AlternateContent>
            </a:graphicData>
          </a:graphic>
        </p:graphicFrame>
        <p:sp>
          <p:nvSpPr>
            <p:cNvPr id="11" name="Oval 10">
              <a:extLst>
                <a:ext uri="{FF2B5EF4-FFF2-40B4-BE49-F238E27FC236}">
                  <a16:creationId xmlns:a16="http://schemas.microsoft.com/office/drawing/2014/main" id="{1F2CEB0E-76A1-CAB4-E89B-A69F283DD561}"/>
                </a:ext>
              </a:extLst>
            </p:cNvPr>
            <p:cNvSpPr/>
            <p:nvPr/>
          </p:nvSpPr>
          <p:spPr>
            <a:xfrm>
              <a:off x="4689140" y="3996477"/>
              <a:ext cx="2555056" cy="2444824"/>
            </a:xfrm>
            <a:prstGeom prst="ellipse">
              <a:avLst/>
            </a:prstGeom>
            <a:no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2" name="Straight Connector 11">
              <a:extLst>
                <a:ext uri="{FF2B5EF4-FFF2-40B4-BE49-F238E27FC236}">
                  <a16:creationId xmlns:a16="http://schemas.microsoft.com/office/drawing/2014/main" id="{8480ACF8-FE14-4B66-0ED2-7146A17316CC}"/>
                </a:ext>
              </a:extLst>
            </p:cNvPr>
            <p:cNvCxnSpPr>
              <a:cxnSpLocks/>
            </p:cNvCxnSpPr>
            <p:nvPr/>
          </p:nvCxnSpPr>
          <p:spPr>
            <a:xfrm flipH="1" flipV="1">
              <a:off x="5508104" y="4819585"/>
              <a:ext cx="463083" cy="438215"/>
            </a:xfrm>
            <a:prstGeom prst="line">
              <a:avLst/>
            </a:prstGeom>
            <a:ln w="28575">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2B2318C-2948-7E85-E01E-FCE7ADF51886}"/>
                </a:ext>
              </a:extLst>
            </p:cNvPr>
            <p:cNvCxnSpPr>
              <a:cxnSpLocks/>
            </p:cNvCxnSpPr>
            <p:nvPr/>
          </p:nvCxnSpPr>
          <p:spPr>
            <a:xfrm flipV="1">
              <a:off x="5966668" y="4016375"/>
              <a:ext cx="320439" cy="120251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8" name="Object 17">
              <a:extLst>
                <a:ext uri="{FF2B5EF4-FFF2-40B4-BE49-F238E27FC236}">
                  <a16:creationId xmlns:a16="http://schemas.microsoft.com/office/drawing/2014/main" id="{3052BE7D-F370-9D00-B4C6-FD45A3B3640B}"/>
                </a:ext>
              </a:extLst>
            </p:cNvPr>
            <p:cNvGraphicFramePr>
              <a:graphicFrameLocks noChangeAspect="1"/>
            </p:cNvGraphicFramePr>
            <p:nvPr>
              <p:extLst>
                <p:ext uri="{D42A27DB-BD31-4B8C-83A1-F6EECF244321}">
                  <p14:modId xmlns:p14="http://schemas.microsoft.com/office/powerpoint/2010/main" val="1564053169"/>
                </p:ext>
              </p:extLst>
            </p:nvPr>
          </p:nvGraphicFramePr>
          <p:xfrm>
            <a:off x="5796136" y="4157663"/>
            <a:ext cx="233189" cy="325437"/>
          </p:xfrm>
          <a:graphic>
            <a:graphicData uri="http://schemas.openxmlformats.org/presentationml/2006/ole">
              <mc:AlternateContent xmlns:mc="http://schemas.openxmlformats.org/markup-compatibility/2006">
                <mc:Choice xmlns:v="urn:schemas-microsoft-com:vml" Requires="v">
                  <p:oleObj name="Equation" r:id="rId12" imgW="114120" imgH="126720" progId="Equation.DSMT4">
                    <p:embed/>
                  </p:oleObj>
                </mc:Choice>
                <mc:Fallback>
                  <p:oleObj name="Equation" r:id="rId12" imgW="114120" imgH="126720" progId="Equation.DSMT4">
                    <p:embed/>
                    <p:pic>
                      <p:nvPicPr>
                        <p:cNvPr id="18" name="Object 17">
                          <a:extLst>
                            <a:ext uri="{FF2B5EF4-FFF2-40B4-BE49-F238E27FC236}">
                              <a16:creationId xmlns:a16="http://schemas.microsoft.com/office/drawing/2014/main" id="{3052BE7D-F370-9D00-B4C6-FD45A3B3640B}"/>
                            </a:ext>
                          </a:extLst>
                        </p:cNvPr>
                        <p:cNvPicPr/>
                        <p:nvPr/>
                      </p:nvPicPr>
                      <p:blipFill>
                        <a:blip r:embed="rId13"/>
                        <a:stretch>
                          <a:fillRect/>
                        </a:stretch>
                      </p:blipFill>
                      <p:spPr>
                        <a:xfrm>
                          <a:off x="5796136" y="4157663"/>
                          <a:ext cx="233189" cy="325437"/>
                        </a:xfrm>
                        <a:prstGeom prst="rect">
                          <a:avLst/>
                        </a:prstGeom>
                        <a:noFill/>
                      </p:spPr>
                    </p:pic>
                  </p:oleObj>
                </mc:Fallback>
              </mc:AlternateContent>
            </a:graphicData>
          </a:graphic>
        </p:graphicFrame>
      </p:grpSp>
      <p:grpSp>
        <p:nvGrpSpPr>
          <p:cNvPr id="26" name="Group 25">
            <a:extLst>
              <a:ext uri="{FF2B5EF4-FFF2-40B4-BE49-F238E27FC236}">
                <a16:creationId xmlns:a16="http://schemas.microsoft.com/office/drawing/2014/main" id="{F5B9123A-C05C-3E26-055D-835A4592F291}"/>
              </a:ext>
            </a:extLst>
          </p:cNvPr>
          <p:cNvGrpSpPr/>
          <p:nvPr/>
        </p:nvGrpSpPr>
        <p:grpSpPr>
          <a:xfrm>
            <a:off x="5078009" y="3671531"/>
            <a:ext cx="3794529" cy="2729269"/>
            <a:chOff x="914400" y="3303051"/>
            <a:chExt cx="3794529" cy="2729269"/>
          </a:xfrm>
        </p:grpSpPr>
        <p:graphicFrame>
          <p:nvGraphicFramePr>
            <p:cNvPr id="8" name="Object 7">
              <a:extLst>
                <a:ext uri="{FF2B5EF4-FFF2-40B4-BE49-F238E27FC236}">
                  <a16:creationId xmlns:a16="http://schemas.microsoft.com/office/drawing/2014/main" id="{113BAB92-0D55-482F-732B-AEFCBB14FF9C}"/>
                </a:ext>
              </a:extLst>
            </p:cNvPr>
            <p:cNvGraphicFramePr>
              <a:graphicFrameLocks noChangeAspect="1"/>
            </p:cNvGraphicFramePr>
            <p:nvPr>
              <p:extLst>
                <p:ext uri="{D42A27DB-BD31-4B8C-83A1-F6EECF244321}">
                  <p14:modId xmlns:p14="http://schemas.microsoft.com/office/powerpoint/2010/main" val="2443396280"/>
                </p:ext>
              </p:extLst>
            </p:nvPr>
          </p:nvGraphicFramePr>
          <p:xfrm>
            <a:off x="2789641" y="4506733"/>
            <a:ext cx="1919288" cy="552450"/>
          </p:xfrm>
          <a:graphic>
            <a:graphicData uri="http://schemas.openxmlformats.org/presentationml/2006/ole">
              <mc:AlternateContent xmlns:mc="http://schemas.openxmlformats.org/markup-compatibility/2006">
                <mc:Choice xmlns:v="urn:schemas-microsoft-com:vml" Requires="v">
                  <p:oleObj name="Equation" r:id="rId14" imgW="812520" imgH="215640" progId="Equation.DSMT4">
                    <p:embed/>
                  </p:oleObj>
                </mc:Choice>
                <mc:Fallback>
                  <p:oleObj name="Equation" r:id="rId14" imgW="812520" imgH="215640" progId="Equation.DSMT4">
                    <p:embed/>
                    <p:pic>
                      <p:nvPicPr>
                        <p:cNvPr id="8" name="Object 7">
                          <a:extLst>
                            <a:ext uri="{FF2B5EF4-FFF2-40B4-BE49-F238E27FC236}">
                              <a16:creationId xmlns:a16="http://schemas.microsoft.com/office/drawing/2014/main" id="{113BAB92-0D55-482F-732B-AEFCBB14FF9C}"/>
                            </a:ext>
                          </a:extLst>
                        </p:cNvPr>
                        <p:cNvPicPr/>
                        <p:nvPr/>
                      </p:nvPicPr>
                      <p:blipFill>
                        <a:blip r:embed="rId15"/>
                        <a:stretch>
                          <a:fillRect/>
                        </a:stretch>
                      </p:blipFill>
                      <p:spPr>
                        <a:xfrm>
                          <a:off x="2789641" y="4506733"/>
                          <a:ext cx="1919288" cy="552450"/>
                        </a:xfrm>
                        <a:prstGeom prst="rect">
                          <a:avLst/>
                        </a:prstGeom>
                        <a:noFill/>
                      </p:spPr>
                    </p:pic>
                  </p:oleObj>
                </mc:Fallback>
              </mc:AlternateContent>
            </a:graphicData>
          </a:graphic>
        </p:graphicFrame>
        <p:graphicFrame>
          <p:nvGraphicFramePr>
            <p:cNvPr id="19" name="Object 18">
              <a:extLst>
                <a:ext uri="{FF2B5EF4-FFF2-40B4-BE49-F238E27FC236}">
                  <a16:creationId xmlns:a16="http://schemas.microsoft.com/office/drawing/2014/main" id="{B0912AE8-326A-54AB-D7E3-AE92F4E98051}"/>
                </a:ext>
              </a:extLst>
            </p:cNvPr>
            <p:cNvGraphicFramePr>
              <a:graphicFrameLocks noChangeAspect="1"/>
            </p:cNvGraphicFramePr>
            <p:nvPr>
              <p:extLst>
                <p:ext uri="{D42A27DB-BD31-4B8C-83A1-F6EECF244321}">
                  <p14:modId xmlns:p14="http://schemas.microsoft.com/office/powerpoint/2010/main" val="1090951743"/>
                </p:ext>
              </p:extLst>
            </p:nvPr>
          </p:nvGraphicFramePr>
          <p:xfrm>
            <a:off x="914400" y="5511620"/>
            <a:ext cx="539750" cy="520700"/>
          </p:xfrm>
          <a:graphic>
            <a:graphicData uri="http://schemas.openxmlformats.org/presentationml/2006/ole">
              <mc:AlternateContent xmlns:mc="http://schemas.openxmlformats.org/markup-compatibility/2006">
                <mc:Choice xmlns:v="urn:schemas-microsoft-com:vml" Requires="v">
                  <p:oleObj name="Equation" r:id="rId16" imgW="228600" imgH="203040" progId="Equation.DSMT4">
                    <p:embed/>
                  </p:oleObj>
                </mc:Choice>
                <mc:Fallback>
                  <p:oleObj name="Equation" r:id="rId16" imgW="228600" imgH="203040" progId="Equation.DSMT4">
                    <p:embed/>
                    <p:pic>
                      <p:nvPicPr>
                        <p:cNvPr id="19" name="Object 18">
                          <a:extLst>
                            <a:ext uri="{FF2B5EF4-FFF2-40B4-BE49-F238E27FC236}">
                              <a16:creationId xmlns:a16="http://schemas.microsoft.com/office/drawing/2014/main" id="{B0912AE8-326A-54AB-D7E3-AE92F4E98051}"/>
                            </a:ext>
                          </a:extLst>
                        </p:cNvPr>
                        <p:cNvPicPr/>
                        <p:nvPr/>
                      </p:nvPicPr>
                      <p:blipFill>
                        <a:blip r:embed="rId17"/>
                        <a:stretch>
                          <a:fillRect/>
                        </a:stretch>
                      </p:blipFill>
                      <p:spPr>
                        <a:xfrm>
                          <a:off x="914400" y="5511620"/>
                          <a:ext cx="539750" cy="520700"/>
                        </a:xfrm>
                        <a:prstGeom prst="rect">
                          <a:avLst/>
                        </a:prstGeom>
                        <a:noFill/>
                      </p:spPr>
                    </p:pic>
                  </p:oleObj>
                </mc:Fallback>
              </mc:AlternateContent>
            </a:graphicData>
          </a:graphic>
        </p:graphicFrame>
        <p:graphicFrame>
          <p:nvGraphicFramePr>
            <p:cNvPr id="20" name="Object 19">
              <a:extLst>
                <a:ext uri="{FF2B5EF4-FFF2-40B4-BE49-F238E27FC236}">
                  <a16:creationId xmlns:a16="http://schemas.microsoft.com/office/drawing/2014/main" id="{120E1E7B-C4F2-D4BB-44B3-12885F7B6A9C}"/>
                </a:ext>
              </a:extLst>
            </p:cNvPr>
            <p:cNvGraphicFramePr>
              <a:graphicFrameLocks noChangeAspect="1"/>
            </p:cNvGraphicFramePr>
            <p:nvPr>
              <p:extLst>
                <p:ext uri="{D42A27DB-BD31-4B8C-83A1-F6EECF244321}">
                  <p14:modId xmlns:p14="http://schemas.microsoft.com/office/powerpoint/2010/main" val="1378564851"/>
                </p:ext>
              </p:extLst>
            </p:nvPr>
          </p:nvGraphicFramePr>
          <p:xfrm>
            <a:off x="1638015" y="3303051"/>
            <a:ext cx="1919288" cy="519112"/>
          </p:xfrm>
          <a:graphic>
            <a:graphicData uri="http://schemas.openxmlformats.org/presentationml/2006/ole">
              <mc:AlternateContent xmlns:mc="http://schemas.openxmlformats.org/markup-compatibility/2006">
                <mc:Choice xmlns:v="urn:schemas-microsoft-com:vml" Requires="v">
                  <p:oleObj name="Equation" r:id="rId18" imgW="812520" imgH="203040" progId="Equation.DSMT4">
                    <p:embed/>
                  </p:oleObj>
                </mc:Choice>
                <mc:Fallback>
                  <p:oleObj name="Equation" r:id="rId18" imgW="812520" imgH="203040" progId="Equation.DSMT4">
                    <p:embed/>
                    <p:pic>
                      <p:nvPicPr>
                        <p:cNvPr id="20" name="Object 19">
                          <a:extLst>
                            <a:ext uri="{FF2B5EF4-FFF2-40B4-BE49-F238E27FC236}">
                              <a16:creationId xmlns:a16="http://schemas.microsoft.com/office/drawing/2014/main" id="{120E1E7B-C4F2-D4BB-44B3-12885F7B6A9C}"/>
                            </a:ext>
                          </a:extLst>
                        </p:cNvPr>
                        <p:cNvPicPr/>
                        <p:nvPr/>
                      </p:nvPicPr>
                      <p:blipFill>
                        <a:blip r:embed="rId19"/>
                        <a:stretch>
                          <a:fillRect/>
                        </a:stretch>
                      </p:blipFill>
                      <p:spPr>
                        <a:xfrm>
                          <a:off x="1638015" y="3303051"/>
                          <a:ext cx="1919288" cy="519112"/>
                        </a:xfrm>
                        <a:prstGeom prst="rect">
                          <a:avLst/>
                        </a:prstGeom>
                        <a:noFill/>
                      </p:spPr>
                    </p:pic>
                  </p:oleObj>
                </mc:Fallback>
              </mc:AlternateContent>
            </a:graphicData>
          </a:graphic>
        </p:graphicFrame>
        <p:cxnSp>
          <p:nvCxnSpPr>
            <p:cNvPr id="21" name="Straight Connector 20">
              <a:extLst>
                <a:ext uri="{FF2B5EF4-FFF2-40B4-BE49-F238E27FC236}">
                  <a16:creationId xmlns:a16="http://schemas.microsoft.com/office/drawing/2014/main" id="{9B0B485D-923A-162C-5E99-CA332D092CCA}"/>
                </a:ext>
              </a:extLst>
            </p:cNvPr>
            <p:cNvCxnSpPr>
              <a:cxnSpLocks/>
            </p:cNvCxnSpPr>
            <p:nvPr/>
          </p:nvCxnSpPr>
          <p:spPr>
            <a:xfrm flipH="1" flipV="1">
              <a:off x="1344495" y="3581505"/>
              <a:ext cx="230144" cy="1892319"/>
            </a:xfrm>
            <a:prstGeom prst="line">
              <a:avLst/>
            </a:prstGeom>
            <a:ln w="28575">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A4EB9BC-4852-140A-36EA-BA13A4549CD7}"/>
                </a:ext>
              </a:extLst>
            </p:cNvPr>
            <p:cNvCxnSpPr>
              <a:cxnSpLocks/>
            </p:cNvCxnSpPr>
            <p:nvPr/>
          </p:nvCxnSpPr>
          <p:spPr>
            <a:xfrm flipV="1">
              <a:off x="1598306" y="4990711"/>
              <a:ext cx="1191335" cy="510028"/>
            </a:xfrm>
            <a:prstGeom prst="line">
              <a:avLst/>
            </a:prstGeom>
            <a:ln w="28575">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30" name="Date Placeholder 29">
            <a:extLst>
              <a:ext uri="{FF2B5EF4-FFF2-40B4-BE49-F238E27FC236}">
                <a16:creationId xmlns:a16="http://schemas.microsoft.com/office/drawing/2014/main" id="{AF3C7053-D7EE-34CA-694A-00A77DD0C4CB}"/>
              </a:ext>
            </a:extLst>
          </p:cNvPr>
          <p:cNvSpPr>
            <a:spLocks noGrp="1"/>
          </p:cNvSpPr>
          <p:nvPr>
            <p:ph type="dt" sz="half" idx="10"/>
          </p:nvPr>
        </p:nvSpPr>
        <p:spPr/>
        <p:txBody>
          <a:bodyPr/>
          <a:lstStyle/>
          <a:p>
            <a:pPr>
              <a:defRPr/>
            </a:pPr>
            <a:fld id="{5BF6DE50-5799-4081-8117-BAA8C9EC32C5}" type="datetime9">
              <a:rPr lang="en-US" smtClean="0"/>
              <a:t>10/25/2024 2:01:28 PM</a:t>
            </a:fld>
            <a:endParaRPr lang="en-CA" dirty="0"/>
          </a:p>
        </p:txBody>
      </p:sp>
      <p:sp>
        <p:nvSpPr>
          <p:cNvPr id="31" name="Slide Number Placeholder 30">
            <a:extLst>
              <a:ext uri="{FF2B5EF4-FFF2-40B4-BE49-F238E27FC236}">
                <a16:creationId xmlns:a16="http://schemas.microsoft.com/office/drawing/2014/main" id="{C950077A-9410-5016-7F05-154EF8746718}"/>
              </a:ext>
            </a:extLst>
          </p:cNvPr>
          <p:cNvSpPr>
            <a:spLocks noGrp="1"/>
          </p:cNvSpPr>
          <p:nvPr>
            <p:ph type="sldNum" sz="quarter" idx="12"/>
          </p:nvPr>
        </p:nvSpPr>
        <p:spPr/>
        <p:txBody>
          <a:bodyPr/>
          <a:lstStyle/>
          <a:p>
            <a:pPr>
              <a:defRPr/>
            </a:pPr>
            <a:fld id="{18598880-23BB-4E77-BAE4-1716EE602DAD}" type="slidenum">
              <a:rPr lang="en-CA" smtClean="0"/>
              <a:pPr>
                <a:defRPr/>
              </a:pPr>
              <a:t>39</a:t>
            </a:fld>
            <a:endParaRPr lang="en-CA" dirty="0"/>
          </a:p>
        </p:txBody>
      </p:sp>
    </p:spTree>
    <p:extLst>
      <p:ext uri="{BB962C8B-B14F-4D97-AF65-F5344CB8AC3E}">
        <p14:creationId xmlns:p14="http://schemas.microsoft.com/office/powerpoint/2010/main" val="1120569371"/>
      </p:ext>
    </p:extLst>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DD93B-94D6-1DCD-D799-850C452200FD}"/>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09B32B3E-C8E9-5FD7-568D-406DA45795F4}"/>
              </a:ext>
            </a:extLst>
          </p:cNvPr>
          <p:cNvSpPr>
            <a:spLocks noGrp="1"/>
          </p:cNvSpPr>
          <p:nvPr>
            <p:ph type="title"/>
          </p:nvPr>
        </p:nvSpPr>
        <p:spPr>
          <a:xfrm>
            <a:off x="395536" y="219075"/>
            <a:ext cx="8253163" cy="833661"/>
          </a:xfrm>
        </p:spPr>
        <p:txBody>
          <a:bodyPr anchor="ctr" anchorCtr="0"/>
          <a:lstStyle/>
          <a:p>
            <a:pPr algn="ctr"/>
            <a:r>
              <a:rPr lang="en-US" sz="3600" dirty="0"/>
              <a:t>Algorithm</a:t>
            </a:r>
          </a:p>
        </p:txBody>
      </p:sp>
      <p:sp>
        <p:nvSpPr>
          <p:cNvPr id="6" name="Footer Placeholder 5">
            <a:extLst>
              <a:ext uri="{FF2B5EF4-FFF2-40B4-BE49-F238E27FC236}">
                <a16:creationId xmlns:a16="http://schemas.microsoft.com/office/drawing/2014/main" id="{3690F2CF-9678-AC80-855C-F1122844DEA8}"/>
              </a:ext>
            </a:extLst>
          </p:cNvPr>
          <p:cNvSpPr>
            <a:spLocks noGrp="1"/>
          </p:cNvSpPr>
          <p:nvPr>
            <p:ph type="ftr" sz="quarter" idx="11"/>
          </p:nvPr>
        </p:nvSpPr>
        <p:spPr/>
        <p:txBody>
          <a:bodyPr/>
          <a:lstStyle/>
          <a:p>
            <a:pPr>
              <a:defRPr/>
            </a:pPr>
            <a:r>
              <a:rPr lang="it-IT"/>
              <a:t>2024-10-31 SWIP</a:t>
            </a:r>
            <a:endParaRPr lang="en-CA" dirty="0"/>
          </a:p>
        </p:txBody>
      </p:sp>
      <mc:AlternateContent xmlns:mc="http://schemas.openxmlformats.org/markup-compatibility/2006" xmlns:a14="http://schemas.microsoft.com/office/drawing/2010/main">
        <mc:Choice Requires="a14">
          <p:sp>
            <p:nvSpPr>
              <p:cNvPr id="3" name="Content Placeholder 3">
                <a:extLst>
                  <a:ext uri="{FF2B5EF4-FFF2-40B4-BE49-F238E27FC236}">
                    <a16:creationId xmlns:a16="http://schemas.microsoft.com/office/drawing/2014/main" id="{EFB7FF31-D52C-0CCE-799B-EDAD9C23BF69}"/>
                  </a:ext>
                </a:extLst>
              </p:cNvPr>
              <p:cNvSpPr>
                <a:spLocks noGrp="1"/>
              </p:cNvSpPr>
              <p:nvPr>
                <p:ph sz="quarter" idx="1"/>
              </p:nvPr>
            </p:nvSpPr>
            <p:spPr>
              <a:xfrm>
                <a:off x="251521" y="980728"/>
                <a:ext cx="8352927" cy="5472608"/>
              </a:xfrm>
              <a:noFill/>
            </p:spPr>
            <p:txBody>
              <a:bodyPr/>
              <a:lstStyle/>
              <a:p>
                <a:r>
                  <a:rPr lang="en-US" sz="2800" dirty="0">
                    <a:latin typeface="Calibri" panose="020F0502020204030204" pitchFamily="34" charset="0"/>
                    <a:cs typeface="Calibri" panose="020F0502020204030204" pitchFamily="34" charset="0"/>
                  </a:rPr>
                  <a:t>For fixed dimension </a:t>
                </a:r>
                <a:r>
                  <a:rPr lang="en-US" sz="2800" i="1" dirty="0">
                    <a:latin typeface="Calibri" panose="020F0502020204030204" pitchFamily="34" charset="0"/>
                    <a:cs typeface="Calibri" panose="020F0502020204030204" pitchFamily="34" charset="0"/>
                  </a:rPr>
                  <a:t>M, </a:t>
                </a:r>
                <a14:m>
                  <m:oMath xmlns:m="http://schemas.openxmlformats.org/officeDocument/2006/math">
                    <m:sSubSup>
                      <m:sSubSupPr>
                        <m:ctrlPr>
                          <a:rPr lang="en-CA" sz="2800" i="1" smtClean="0">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CA" sz="2800" i="1">
                            <a:effectLst/>
                            <a:latin typeface="Cambria Math" panose="02040503050406030204" pitchFamily="18" charset="0"/>
                            <a:ea typeface="DengXian" panose="02010600030101010101" pitchFamily="2" charset="-122"/>
                            <a:cs typeface="Times New Roman" panose="02020603050405020304" pitchFamily="18" charset="0"/>
                          </a:rPr>
                          <m:t>𝜎</m:t>
                        </m:r>
                      </m:e>
                      <m:sub>
                        <m:r>
                          <a:rPr lang="en-CA" sz="2800" i="1">
                            <a:effectLst/>
                            <a:latin typeface="Cambria Math" panose="02040503050406030204" pitchFamily="18" charset="0"/>
                            <a:ea typeface="DengXian" panose="02010600030101010101" pitchFamily="2" charset="-122"/>
                            <a:cs typeface="Times New Roman" panose="02020603050405020304" pitchFamily="18" charset="0"/>
                          </a:rPr>
                          <m:t>𝑥𝑦</m:t>
                        </m:r>
                      </m:sub>
                      <m:sup>
                        <m:r>
                          <a:rPr lang="en-CA" sz="2800" i="1">
                            <a:effectLst/>
                            <a:latin typeface="Cambria Math" panose="02040503050406030204" pitchFamily="18" charset="0"/>
                            <a:ea typeface="DengXian" panose="02010600030101010101" pitchFamily="2" charset="-122"/>
                            <a:cs typeface="Times New Roman" panose="02020603050405020304" pitchFamily="18" charset="0"/>
                          </a:rPr>
                          <m:t>𝑀</m:t>
                        </m:r>
                      </m:sup>
                    </m:sSubSup>
                    <m:r>
                      <a:rPr lang="en-CA" sz="2800" i="1">
                        <a:effectLst/>
                        <a:latin typeface="Cambria Math" panose="02040503050406030204" pitchFamily="18" charset="0"/>
                        <a:ea typeface="DengXian" panose="02010600030101010101" pitchFamily="2" charset="-122"/>
                        <a:cs typeface="Times New Roman" panose="02020603050405020304" pitchFamily="18" charset="0"/>
                      </a:rPr>
                      <m:t>(</m:t>
                    </m:r>
                    <m:r>
                      <a:rPr lang="en-CA" sz="2800" i="1">
                        <a:effectLst/>
                        <a:latin typeface="Cambria Math" panose="02040503050406030204" pitchFamily="18" charset="0"/>
                        <a:ea typeface="DengXian" panose="02010600030101010101" pitchFamily="2" charset="-122"/>
                        <a:cs typeface="Times New Roman" panose="02020603050405020304" pitchFamily="18" charset="0"/>
                      </a:rPr>
                      <m:t>𝜖</m:t>
                    </m:r>
                    <m:r>
                      <a:rPr lang="en-CA" sz="28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US" sz="2800" dirty="0">
                    <a:latin typeface="Calibri" panose="020F0502020204030204" pitchFamily="34" charset="0"/>
                    <a:cs typeface="Calibri" panose="020F0502020204030204" pitchFamily="34" charset="0"/>
                  </a:rPr>
                  <a:t> is a function of </a:t>
                </a:r>
                <a14:m>
                  <m:oMath xmlns:m="http://schemas.openxmlformats.org/officeDocument/2006/math">
                    <m:r>
                      <a:rPr lang="en-CA" sz="2800" i="1">
                        <a:latin typeface="Cambria Math" panose="02040503050406030204" pitchFamily="18" charset="0"/>
                        <a:ea typeface="DengXian" panose="02010600030101010101" pitchFamily="2" charset="-122"/>
                        <a:cs typeface="Times New Roman" panose="02020603050405020304" pitchFamily="18" charset="0"/>
                      </a:rPr>
                      <m:t>𝜖</m:t>
                    </m:r>
                  </m:oMath>
                </a14:m>
                <a:r>
                  <a:rPr lang="en-US" sz="2800" dirty="0">
                    <a:latin typeface="Calibri" panose="020F0502020204030204" pitchFamily="34" charset="0"/>
                    <a:cs typeface="Calibri" panose="020F0502020204030204" pitchFamily="34" charset="0"/>
                  </a:rPr>
                  <a:t>, a normalized curve can be drawn</a:t>
                </a:r>
              </a:p>
              <a:p>
                <a:r>
                  <a:rPr lang="en-US" sz="2800" dirty="0">
                    <a:latin typeface="Calibri" panose="020F0502020204030204" pitchFamily="34" charset="0"/>
                    <a:cs typeface="Calibri" panose="020F0502020204030204" pitchFamily="34" charset="0"/>
                  </a:rPr>
                  <a:t>For a series of </a:t>
                </a:r>
                <a:r>
                  <a:rPr lang="en-US" sz="2800" i="1" dirty="0">
                    <a:latin typeface="Calibri" panose="020F0502020204030204" pitchFamily="34" charset="0"/>
                    <a:cs typeface="Calibri" panose="020F0502020204030204" pitchFamily="34" charset="0"/>
                  </a:rPr>
                  <a:t>M’s, </a:t>
                </a:r>
                <a:r>
                  <a:rPr lang="en-US" sz="2800" dirty="0">
                    <a:latin typeface="Calibri" panose="020F0502020204030204" pitchFamily="34" charset="0"/>
                    <a:cs typeface="Calibri" panose="020F0502020204030204" pitchFamily="34" charset="0"/>
                  </a:rPr>
                  <a:t>many dispersion curves can be drawn</a:t>
                </a:r>
              </a:p>
              <a:p>
                <a:r>
                  <a:rPr lang="en-US" sz="2800" dirty="0">
                    <a:latin typeface="Calibri" panose="020F0502020204030204" pitchFamily="34" charset="0"/>
                    <a:cs typeface="Calibri" panose="020F0502020204030204" pitchFamily="34" charset="0"/>
                  </a:rPr>
                  <a:t>When </a:t>
                </a:r>
                <a:r>
                  <a:rPr lang="en-US" sz="2800" i="1" dirty="0">
                    <a:latin typeface="Calibri" panose="020F0502020204030204" pitchFamily="34" charset="0"/>
                    <a:cs typeface="Calibri" panose="020F0502020204030204" pitchFamily="34" charset="0"/>
                  </a:rPr>
                  <a:t>M </a:t>
                </a:r>
                <a:r>
                  <a:rPr lang="en-US" sz="2800" dirty="0">
                    <a:latin typeface="Calibri" panose="020F0502020204030204" pitchFamily="34" charset="0"/>
                    <a:cs typeface="Calibri" panose="020F0502020204030204" pitchFamily="34" charset="0"/>
                  </a:rPr>
                  <a:t>is large enough, they merge to almost the same dispersion curve.</a:t>
                </a:r>
              </a:p>
              <a:p>
                <a:r>
                  <a:rPr lang="en-US" sz="2800" dirty="0">
                    <a:latin typeface="Calibri" panose="020F0502020204030204" pitchFamily="34" charset="0"/>
                    <a:cs typeface="Calibri" panose="020F0502020204030204" pitchFamily="34" charset="0"/>
                  </a:rPr>
                  <a:t>The merged curve can be used to derive a directional correlation coefficient (see the following example)</a:t>
                </a:r>
              </a:p>
            </p:txBody>
          </p:sp>
        </mc:Choice>
        <mc:Fallback xmlns="">
          <p:sp>
            <p:nvSpPr>
              <p:cNvPr id="3" name="Content Placeholder 3">
                <a:extLst>
                  <a:ext uri="{FF2B5EF4-FFF2-40B4-BE49-F238E27FC236}">
                    <a16:creationId xmlns:a16="http://schemas.microsoft.com/office/drawing/2014/main" id="{EFB7FF31-D52C-0CCE-799B-EDAD9C23BF69}"/>
                  </a:ext>
                </a:extLst>
              </p:cNvPr>
              <p:cNvSpPr>
                <a:spLocks noGrp="1" noRot="1" noChangeAspect="1" noMove="1" noResize="1" noEditPoints="1" noAdjustHandles="1" noChangeArrowheads="1" noChangeShapeType="1" noTextEdit="1"/>
              </p:cNvSpPr>
              <p:nvPr>
                <p:ph sz="quarter" idx="1"/>
              </p:nvPr>
            </p:nvSpPr>
            <p:spPr>
              <a:xfrm>
                <a:off x="251521" y="980728"/>
                <a:ext cx="8352927" cy="5472608"/>
              </a:xfrm>
              <a:blipFill>
                <a:blip r:embed="rId3"/>
                <a:stretch>
                  <a:fillRect l="-876" t="-891"/>
                </a:stretch>
              </a:blipFill>
            </p:spPr>
            <p:txBody>
              <a:bodyPr/>
              <a:lstStyle/>
              <a:p>
                <a:r>
                  <a:rPr lang="en-CA">
                    <a:noFill/>
                  </a:rPr>
                  <a:t> </a:t>
                </a:r>
              </a:p>
            </p:txBody>
          </p:sp>
        </mc:Fallback>
      </mc:AlternateContent>
      <p:sp>
        <p:nvSpPr>
          <p:cNvPr id="5" name="Date Placeholder 4">
            <a:extLst>
              <a:ext uri="{FF2B5EF4-FFF2-40B4-BE49-F238E27FC236}">
                <a16:creationId xmlns:a16="http://schemas.microsoft.com/office/drawing/2014/main" id="{306070D7-3420-6461-8580-995E050753D0}"/>
              </a:ext>
            </a:extLst>
          </p:cNvPr>
          <p:cNvSpPr>
            <a:spLocks noGrp="1"/>
          </p:cNvSpPr>
          <p:nvPr>
            <p:ph type="dt" sz="half" idx="10"/>
          </p:nvPr>
        </p:nvSpPr>
        <p:spPr/>
        <p:txBody>
          <a:bodyPr/>
          <a:lstStyle/>
          <a:p>
            <a:pPr>
              <a:defRPr/>
            </a:pPr>
            <a:fld id="{B4DFB9AC-6C9A-4136-9ED0-16D70FD4D808}" type="datetime9">
              <a:rPr lang="en-US" smtClean="0"/>
              <a:t>10/25/2024 2:01:28 PM</a:t>
            </a:fld>
            <a:endParaRPr lang="en-CA" dirty="0"/>
          </a:p>
        </p:txBody>
      </p:sp>
      <p:sp>
        <p:nvSpPr>
          <p:cNvPr id="7" name="Slide Number Placeholder 6">
            <a:extLst>
              <a:ext uri="{FF2B5EF4-FFF2-40B4-BE49-F238E27FC236}">
                <a16:creationId xmlns:a16="http://schemas.microsoft.com/office/drawing/2014/main" id="{3CDD5B1C-A626-949C-EF2B-8BD43A40EBD4}"/>
              </a:ext>
            </a:extLst>
          </p:cNvPr>
          <p:cNvSpPr>
            <a:spLocks noGrp="1"/>
          </p:cNvSpPr>
          <p:nvPr>
            <p:ph type="sldNum" sz="quarter" idx="12"/>
          </p:nvPr>
        </p:nvSpPr>
        <p:spPr/>
        <p:txBody>
          <a:bodyPr/>
          <a:lstStyle/>
          <a:p>
            <a:pPr>
              <a:defRPr/>
            </a:pPr>
            <a:fld id="{18598880-23BB-4E77-BAE4-1716EE602DAD}" type="slidenum">
              <a:rPr lang="en-CA" smtClean="0"/>
              <a:pPr>
                <a:defRPr/>
              </a:pPr>
              <a:t>40</a:t>
            </a:fld>
            <a:endParaRPr lang="en-CA" dirty="0"/>
          </a:p>
        </p:txBody>
      </p:sp>
    </p:spTree>
    <p:extLst>
      <p:ext uri="{BB962C8B-B14F-4D97-AF65-F5344CB8AC3E}">
        <p14:creationId xmlns:p14="http://schemas.microsoft.com/office/powerpoint/2010/main" val="1835074304"/>
      </p:ext>
    </p:extLst>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3FDD8-40B5-1D0D-9BC7-E12EEB821097}"/>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086E119C-ECBC-98C8-7B1D-9553F527DDC7}"/>
              </a:ext>
            </a:extLst>
          </p:cNvPr>
          <p:cNvSpPr>
            <a:spLocks noGrp="1"/>
          </p:cNvSpPr>
          <p:nvPr>
            <p:ph type="title"/>
          </p:nvPr>
        </p:nvSpPr>
        <p:spPr>
          <a:xfrm>
            <a:off x="395536" y="219075"/>
            <a:ext cx="8253163" cy="833661"/>
          </a:xfrm>
        </p:spPr>
        <p:txBody>
          <a:bodyPr anchor="ctr" anchorCtr="0"/>
          <a:lstStyle/>
          <a:p>
            <a:pPr algn="ctr"/>
            <a:r>
              <a:rPr lang="en-US" sz="3600" dirty="0"/>
              <a:t>Sample data (dispersion curves )</a:t>
            </a:r>
          </a:p>
        </p:txBody>
      </p:sp>
      <p:sp>
        <p:nvSpPr>
          <p:cNvPr id="9220" name="Content Placeholder 3">
            <a:extLst>
              <a:ext uri="{FF2B5EF4-FFF2-40B4-BE49-F238E27FC236}">
                <a16:creationId xmlns:a16="http://schemas.microsoft.com/office/drawing/2014/main" id="{EBBED738-756A-8A3F-1630-C4E6507CAB14}"/>
              </a:ext>
            </a:extLst>
          </p:cNvPr>
          <p:cNvSpPr>
            <a:spLocks noGrp="1"/>
          </p:cNvSpPr>
          <p:nvPr>
            <p:ph sz="quarter" idx="1"/>
          </p:nvPr>
        </p:nvSpPr>
        <p:spPr>
          <a:xfrm>
            <a:off x="251520" y="1052736"/>
            <a:ext cx="8746429" cy="5157564"/>
          </a:xfrm>
          <a:noFill/>
        </p:spPr>
        <p:txBody>
          <a:bodyPr/>
          <a:lstStyle/>
          <a:p>
            <a:r>
              <a:rPr lang="en-CA" sz="2400" dirty="0">
                <a:effectLst/>
                <a:latin typeface="Calibri" panose="020F0502020204030204" pitchFamily="34" charset="0"/>
                <a:ea typeface="Calibri" panose="020F0502020204030204" pitchFamily="34" charset="0"/>
                <a:cs typeface="Calibri" panose="020F0502020204030204" pitchFamily="34" charset="0"/>
              </a:rPr>
              <a:t>TJ-II discharge #43823 with electrode biasing  pulses (-350 V)</a:t>
            </a:r>
            <a:endParaRPr lang="en-CA" sz="1800" dirty="0">
              <a:latin typeface="Calibri" panose="020F0502020204030204" pitchFamily="34" charset="0"/>
              <a:ea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id="{4DE7DFD2-DB56-85B8-D7E8-189C1279D358}"/>
              </a:ext>
            </a:extLst>
          </p:cNvPr>
          <p:cNvSpPr>
            <a:spLocks noGrp="1"/>
          </p:cNvSpPr>
          <p:nvPr>
            <p:ph type="ftr" sz="quarter" idx="11"/>
          </p:nvPr>
        </p:nvSpPr>
        <p:spPr/>
        <p:txBody>
          <a:bodyPr/>
          <a:lstStyle/>
          <a:p>
            <a:pPr>
              <a:defRPr/>
            </a:pPr>
            <a:r>
              <a:rPr lang="it-IT"/>
              <a:t>2024-10-31 SWIP</a:t>
            </a:r>
            <a:endParaRPr lang="en-CA" dirty="0"/>
          </a:p>
        </p:txBody>
      </p:sp>
      <p:pic>
        <p:nvPicPr>
          <p:cNvPr id="8" name="Picture 7">
            <a:extLst>
              <a:ext uri="{FF2B5EF4-FFF2-40B4-BE49-F238E27FC236}">
                <a16:creationId xmlns:a16="http://schemas.microsoft.com/office/drawing/2014/main" id="{90DB3FA1-39B3-AF26-1C5B-296E8E339A12}"/>
              </a:ext>
            </a:extLst>
          </p:cNvPr>
          <p:cNvPicPr>
            <a:picLocks noChangeAspect="1"/>
          </p:cNvPicPr>
          <p:nvPr/>
        </p:nvPicPr>
        <p:blipFill>
          <a:blip r:embed="rId3"/>
          <a:stretch>
            <a:fillRect/>
          </a:stretch>
        </p:blipFill>
        <p:spPr>
          <a:xfrm>
            <a:off x="213055" y="1534691"/>
            <a:ext cx="8618123" cy="4866109"/>
          </a:xfrm>
          <a:prstGeom prst="rect">
            <a:avLst/>
          </a:prstGeom>
        </p:spPr>
      </p:pic>
      <p:sp>
        <p:nvSpPr>
          <p:cNvPr id="2" name="Date Placeholder 1">
            <a:extLst>
              <a:ext uri="{FF2B5EF4-FFF2-40B4-BE49-F238E27FC236}">
                <a16:creationId xmlns:a16="http://schemas.microsoft.com/office/drawing/2014/main" id="{2CC9FE74-A080-DD09-06F4-768AF7FE39BD}"/>
              </a:ext>
            </a:extLst>
          </p:cNvPr>
          <p:cNvSpPr>
            <a:spLocks noGrp="1"/>
          </p:cNvSpPr>
          <p:nvPr>
            <p:ph type="dt" sz="half" idx="10"/>
          </p:nvPr>
        </p:nvSpPr>
        <p:spPr/>
        <p:txBody>
          <a:bodyPr/>
          <a:lstStyle/>
          <a:p>
            <a:pPr>
              <a:defRPr/>
            </a:pPr>
            <a:fld id="{14641D26-DB37-4B4C-8FA1-71919A23351C}"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003F314C-F281-1D8B-B891-9DF41A78FF7B}"/>
              </a:ext>
            </a:extLst>
          </p:cNvPr>
          <p:cNvSpPr>
            <a:spLocks noGrp="1"/>
          </p:cNvSpPr>
          <p:nvPr>
            <p:ph type="sldNum" sz="quarter" idx="12"/>
          </p:nvPr>
        </p:nvSpPr>
        <p:spPr/>
        <p:txBody>
          <a:bodyPr/>
          <a:lstStyle/>
          <a:p>
            <a:pPr>
              <a:defRPr/>
            </a:pPr>
            <a:fld id="{18598880-23BB-4E77-BAE4-1716EE602DAD}" type="slidenum">
              <a:rPr lang="en-CA" smtClean="0"/>
              <a:pPr>
                <a:defRPr/>
              </a:pPr>
              <a:t>41</a:t>
            </a:fld>
            <a:endParaRPr lang="en-CA" dirty="0"/>
          </a:p>
        </p:txBody>
      </p:sp>
    </p:spTree>
    <p:extLst>
      <p:ext uri="{BB962C8B-B14F-4D97-AF65-F5344CB8AC3E}">
        <p14:creationId xmlns:p14="http://schemas.microsoft.com/office/powerpoint/2010/main" val="1760686478"/>
      </p:ext>
    </p:extLst>
  </p:cSld>
  <p:clrMapOvr>
    <a:masterClrMapping/>
  </p:clrMapOvr>
  <p:transition>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D6A8F-6199-4F10-AA39-7F958B46020E}"/>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C3DD3369-8168-7001-2586-FB387C1E81DE}"/>
              </a:ext>
            </a:extLst>
          </p:cNvPr>
          <p:cNvSpPr>
            <a:spLocks noGrp="1"/>
          </p:cNvSpPr>
          <p:nvPr>
            <p:ph type="title"/>
          </p:nvPr>
        </p:nvSpPr>
        <p:spPr>
          <a:xfrm>
            <a:off x="395536" y="219075"/>
            <a:ext cx="8253163" cy="833661"/>
          </a:xfrm>
        </p:spPr>
        <p:txBody>
          <a:bodyPr anchor="ctr" anchorCtr="0"/>
          <a:lstStyle/>
          <a:p>
            <a:pPr algn="ctr"/>
            <a:r>
              <a:rPr lang="en-US" sz="3600" dirty="0"/>
              <a:t>Sample data</a:t>
            </a:r>
          </a:p>
        </p:txBody>
      </p:sp>
      <p:sp>
        <p:nvSpPr>
          <p:cNvPr id="9220" name="Content Placeholder 3">
            <a:extLst>
              <a:ext uri="{FF2B5EF4-FFF2-40B4-BE49-F238E27FC236}">
                <a16:creationId xmlns:a16="http://schemas.microsoft.com/office/drawing/2014/main" id="{34D71553-078A-44EB-BD57-B0890252FAE4}"/>
              </a:ext>
            </a:extLst>
          </p:cNvPr>
          <p:cNvSpPr>
            <a:spLocks noGrp="1"/>
          </p:cNvSpPr>
          <p:nvPr>
            <p:ph sz="quarter" idx="1"/>
          </p:nvPr>
        </p:nvSpPr>
        <p:spPr>
          <a:xfrm>
            <a:off x="251521" y="1124744"/>
            <a:ext cx="8397178" cy="5085556"/>
          </a:xfrm>
          <a:noFill/>
        </p:spPr>
        <p:txBody>
          <a:bodyPr/>
          <a:lstStyle/>
          <a:p>
            <a:r>
              <a:rPr lang="en-US" sz="2800" dirty="0">
                <a:latin typeface="Calibri" panose="020F0502020204030204" pitchFamily="34" charset="0"/>
                <a:cs typeface="Calibri" panose="020F0502020204030204" pitchFamily="34" charset="0"/>
              </a:rPr>
              <a:t>Dispersion relation</a:t>
            </a:r>
            <a:endParaRPr lang="en-US" sz="2800" dirty="0">
              <a:solidFill>
                <a:srgbClr val="FF0000"/>
              </a:solidFill>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id="{430BC3CD-6107-BC8A-809B-052EF27B4604}"/>
              </a:ext>
            </a:extLst>
          </p:cNvPr>
          <p:cNvSpPr>
            <a:spLocks noGrp="1"/>
          </p:cNvSpPr>
          <p:nvPr>
            <p:ph type="ftr" sz="quarter" idx="11"/>
          </p:nvPr>
        </p:nvSpPr>
        <p:spPr/>
        <p:txBody>
          <a:bodyPr/>
          <a:lstStyle/>
          <a:p>
            <a:pPr>
              <a:defRPr/>
            </a:pPr>
            <a:r>
              <a:rPr lang="it-IT"/>
              <a:t>2024-10-31 SWIP</a:t>
            </a:r>
            <a:endParaRPr lang="en-CA" dirty="0"/>
          </a:p>
        </p:txBody>
      </p:sp>
      <p:cxnSp>
        <p:nvCxnSpPr>
          <p:cNvPr id="15" name="Straight Connector 14">
            <a:extLst>
              <a:ext uri="{FF2B5EF4-FFF2-40B4-BE49-F238E27FC236}">
                <a16:creationId xmlns:a16="http://schemas.microsoft.com/office/drawing/2014/main" id="{D7C29716-EDDC-62C3-68E8-A0AC7C1D6DEC}"/>
              </a:ext>
            </a:extLst>
          </p:cNvPr>
          <p:cNvCxnSpPr>
            <a:cxnSpLocks/>
          </p:cNvCxnSpPr>
          <p:nvPr/>
        </p:nvCxnSpPr>
        <p:spPr>
          <a:xfrm flipH="1">
            <a:off x="5148064" y="5951171"/>
            <a:ext cx="9061" cy="203090"/>
          </a:xfrm>
          <a:prstGeom prst="line">
            <a:avLst/>
          </a:prstGeom>
          <a:ln w="28575">
            <a:solidFill>
              <a:srgbClr val="0066CC"/>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2FC138E-CD75-D7BD-9D74-926950E5807D}"/>
                  </a:ext>
                </a:extLst>
              </p:cNvPr>
              <p:cNvSpPr txBox="1"/>
              <p:nvPr/>
            </p:nvSpPr>
            <p:spPr>
              <a:xfrm>
                <a:off x="6244682" y="1844824"/>
                <a:ext cx="2582277" cy="745460"/>
              </a:xfrm>
              <a:prstGeom prst="rect">
                <a:avLst/>
              </a:prstGeom>
              <a:noFill/>
              <a:ln w="31750">
                <a:solidFill>
                  <a:srgbClr val="FFC000"/>
                </a:solidFill>
              </a:ln>
            </p:spPr>
            <p:txBody>
              <a:bodyPr wrap="square" rtlCol="0">
                <a:spAutoFit/>
              </a:bodyPr>
              <a:lstStyle/>
              <a:p>
                <a14:m>
                  <m:oMath xmlns:m="http://schemas.openxmlformats.org/officeDocument/2006/math">
                    <m:sSub>
                      <m:sSubPr>
                        <m:ctrlPr>
                          <a:rPr lang="en-CA" sz="2400" i="1" smtClean="0">
                            <a:latin typeface="Cambria Math" panose="02040503050406030204" pitchFamily="18" charset="0"/>
                            <a:cs typeface="Times New Roman" panose="02020603050405020304" pitchFamily="18" charset="0"/>
                          </a:rPr>
                        </m:ctrlPr>
                      </m:sSubPr>
                      <m:e>
                        <m:r>
                          <a:rPr lang="en-CA" sz="2400" i="1">
                            <a:latin typeface="Cambria Math" panose="02040503050406030204" pitchFamily="18" charset="0"/>
                            <a:ea typeface="Calibri" panose="020F0502020204030204" pitchFamily="34" charset="0"/>
                            <a:cs typeface="Times New Roman" panose="02020603050405020304" pitchFamily="18" charset="0"/>
                          </a:rPr>
                          <m:t>𝑔</m:t>
                        </m:r>
                      </m:e>
                      <m:sub>
                        <m:r>
                          <a:rPr lang="en-CA" sz="2400" i="1">
                            <a:latin typeface="Cambria Math" panose="02040503050406030204" pitchFamily="18" charset="0"/>
                            <a:ea typeface="Calibri" panose="020F0502020204030204" pitchFamily="34" charset="0"/>
                            <a:cs typeface="Times New Roman" panose="02020603050405020304" pitchFamily="18" charset="0"/>
                          </a:rPr>
                          <m:t>𝑥𝑦</m:t>
                        </m:r>
                      </m:sub>
                    </m:sSub>
                    <m:r>
                      <a:rPr lang="en-CA" sz="2400" i="1">
                        <a:latin typeface="Cambria Math" panose="02040503050406030204" pitchFamily="18" charset="0"/>
                        <a:ea typeface="Calibri" panose="020F0502020204030204" pitchFamily="34" charset="0"/>
                        <a:cs typeface="Times New Roman" panose="02020603050405020304" pitchFamily="18" charset="0"/>
                      </a:rPr>
                      <m:t>=</m:t>
                    </m:r>
                    <m:func>
                      <m:funcPr>
                        <m:ctrlPr>
                          <a:rPr lang="en-CA" sz="2400" i="1">
                            <a:latin typeface="Cambria Math" panose="02040503050406030204" pitchFamily="18" charset="0"/>
                            <a:cs typeface="Times New Roman" panose="02020603050405020304" pitchFamily="18" charset="0"/>
                          </a:rPr>
                        </m:ctrlPr>
                      </m:funcPr>
                      <m:fName>
                        <m:limLow>
                          <m:limLowPr>
                            <m:ctrlPr>
                              <a:rPr lang="en-CA" sz="2400" i="1">
                                <a:latin typeface="Cambria Math" panose="02040503050406030204" pitchFamily="18" charset="0"/>
                                <a:cs typeface="Times New Roman" panose="02020603050405020304" pitchFamily="18" charset="0"/>
                              </a:rPr>
                            </m:ctrlPr>
                          </m:limLowPr>
                          <m:e>
                            <m:r>
                              <m:rPr>
                                <m:sty m:val="p"/>
                              </m:rPr>
                              <a:rPr lang="en-CA" sz="2400">
                                <a:latin typeface="Cambria Math" panose="02040503050406030204" pitchFamily="18" charset="0"/>
                                <a:ea typeface="Calibri" panose="020F0502020204030204" pitchFamily="34" charset="0"/>
                                <a:cs typeface="Times New Roman" panose="02020603050405020304" pitchFamily="18" charset="0"/>
                              </a:rPr>
                              <m:t>lim</m:t>
                            </m:r>
                          </m:e>
                          <m:lim>
                            <m:r>
                              <a:rPr lang="en-CA" sz="2400" i="1">
                                <a:latin typeface="Cambria Math" panose="02040503050406030204" pitchFamily="18" charset="0"/>
                                <a:ea typeface="Calibri" panose="020F0502020204030204" pitchFamily="34" charset="0"/>
                                <a:cs typeface="Times New Roman" panose="02020603050405020304" pitchFamily="18" charset="0"/>
                              </a:rPr>
                              <m:t>𝑀</m:t>
                            </m:r>
                            <m:r>
                              <a:rPr lang="en-CA" sz="2400" i="1">
                                <a:latin typeface="Cambria Math" panose="02040503050406030204" pitchFamily="18" charset="0"/>
                                <a:ea typeface="Calibri" panose="020F0502020204030204" pitchFamily="34" charset="0"/>
                                <a:cs typeface="Times New Roman" panose="02020603050405020304" pitchFamily="18" charset="0"/>
                              </a:rPr>
                              <m:t>→∞</m:t>
                            </m:r>
                          </m:lim>
                        </m:limLow>
                      </m:fName>
                      <m:e>
                        <m:d>
                          <m:dPr>
                            <m:ctrlPr>
                              <a:rPr lang="en-CA" sz="2400" i="1">
                                <a:latin typeface="Cambria Math" panose="02040503050406030204" pitchFamily="18" charset="0"/>
                                <a:cs typeface="Times New Roman" panose="02020603050405020304" pitchFamily="18" charset="0"/>
                              </a:rPr>
                            </m:ctrlPr>
                          </m:dPr>
                          <m:e>
                            <m:f>
                              <m:fPr>
                                <m:ctrlPr>
                                  <a:rPr lang="en-CA" sz="2400" i="1">
                                    <a:latin typeface="Cambria Math" panose="02040503050406030204" pitchFamily="18" charset="0"/>
                                    <a:cs typeface="Times New Roman" panose="02020603050405020304" pitchFamily="18" charset="0"/>
                                  </a:rPr>
                                </m:ctrlPr>
                              </m:fPr>
                              <m:num>
                                <m:sSub>
                                  <m:sSubPr>
                                    <m:ctrlPr>
                                      <a:rPr lang="en-CA" sz="2400" i="1">
                                        <a:latin typeface="Cambria Math" panose="02040503050406030204" pitchFamily="18" charset="0"/>
                                        <a:cs typeface="Times New Roman" panose="02020603050405020304" pitchFamily="18" charset="0"/>
                                      </a:rPr>
                                    </m:ctrlPr>
                                  </m:sSubPr>
                                  <m:e>
                                    <m:r>
                                      <a:rPr lang="en-CA" sz="2400" i="1">
                                        <a:latin typeface="Cambria Math" panose="02040503050406030204" pitchFamily="18" charset="0"/>
                                        <a:ea typeface="Calibri" panose="020F0502020204030204" pitchFamily="34" charset="0"/>
                                        <a:cs typeface="Times New Roman" panose="02020603050405020304" pitchFamily="18" charset="0"/>
                                      </a:rPr>
                                      <m:t>𝜖</m:t>
                                    </m:r>
                                  </m:e>
                                  <m:sub>
                                    <m:r>
                                      <a:rPr lang="en-US" sz="2400" b="0" i="1" smtClean="0">
                                        <a:latin typeface="Cambria Math" panose="02040503050406030204" pitchFamily="18" charset="0"/>
                                        <a:ea typeface="Calibri" panose="020F0502020204030204" pitchFamily="34" charset="0"/>
                                        <a:cs typeface="Times New Roman" panose="02020603050405020304" pitchFamily="18" charset="0"/>
                                      </a:rPr>
                                      <m:t>9</m:t>
                                    </m:r>
                                    <m:r>
                                      <a:rPr lang="en-CA" sz="2400" i="1">
                                        <a:latin typeface="Cambria Math" panose="02040503050406030204" pitchFamily="18" charset="0"/>
                                        <a:ea typeface="Calibri" panose="020F0502020204030204" pitchFamily="34" charset="0"/>
                                        <a:cs typeface="Times New Roman" panose="02020603050405020304" pitchFamily="18" charset="0"/>
                                      </a:rPr>
                                      <m:t>0</m:t>
                                    </m:r>
                                  </m:sub>
                                </m:sSub>
                              </m:num>
                              <m:den>
                                <m:sSub>
                                  <m:sSubPr>
                                    <m:ctrlPr>
                                      <a:rPr lang="en-CA" sz="2400" i="1">
                                        <a:latin typeface="Cambria Math" panose="02040503050406030204" pitchFamily="18" charset="0"/>
                                        <a:cs typeface="Times New Roman" panose="02020603050405020304" pitchFamily="18" charset="0"/>
                                      </a:rPr>
                                    </m:ctrlPr>
                                  </m:sSubPr>
                                  <m:e>
                                    <m:r>
                                      <a:rPr lang="en-CA" sz="2400" i="1">
                                        <a:latin typeface="Cambria Math" panose="02040503050406030204" pitchFamily="18" charset="0"/>
                                        <a:ea typeface="Calibri" panose="020F0502020204030204" pitchFamily="34" charset="0"/>
                                        <a:cs typeface="Times New Roman" panose="02020603050405020304" pitchFamily="18" charset="0"/>
                                      </a:rPr>
                                      <m:t>𝜖</m:t>
                                    </m:r>
                                  </m:e>
                                  <m:sub>
                                    <m:r>
                                      <a:rPr lang="en-CA" sz="2400" i="1">
                                        <a:latin typeface="Cambria Math" panose="02040503050406030204" pitchFamily="18" charset="0"/>
                                        <a:ea typeface="Calibri" panose="020F0502020204030204" pitchFamily="34" charset="0"/>
                                        <a:cs typeface="Times New Roman" panose="02020603050405020304" pitchFamily="18" charset="0"/>
                                      </a:rPr>
                                      <m:t>𝑚𝑎𝑥</m:t>
                                    </m:r>
                                  </m:sub>
                                </m:sSub>
                              </m:den>
                            </m:f>
                          </m:e>
                        </m:d>
                      </m:e>
                    </m:func>
                  </m:oMath>
                </a14:m>
                <a:r>
                  <a:rPr lang="en-CA" sz="1800" dirty="0">
                    <a:latin typeface="Times New Roman" panose="02020603050405020304" pitchFamily="18" charset="0"/>
                    <a:ea typeface="DengXian" panose="02010600030101010101" pitchFamily="2" charset="-122"/>
                  </a:rPr>
                  <a:t> </a:t>
                </a:r>
                <a:endParaRPr lang="en-CA" dirty="0"/>
              </a:p>
            </p:txBody>
          </p:sp>
        </mc:Choice>
        <mc:Fallback xmlns="">
          <p:sp>
            <p:nvSpPr>
              <p:cNvPr id="31" name="TextBox 30">
                <a:extLst>
                  <a:ext uri="{FF2B5EF4-FFF2-40B4-BE49-F238E27FC236}">
                    <a16:creationId xmlns:a16="http://schemas.microsoft.com/office/drawing/2014/main" id="{A2FC138E-CD75-D7BD-9D74-926950E5807D}"/>
                  </a:ext>
                </a:extLst>
              </p:cNvPr>
              <p:cNvSpPr txBox="1">
                <a:spLocks noRot="1" noChangeAspect="1" noMove="1" noResize="1" noEditPoints="1" noAdjustHandles="1" noChangeArrowheads="1" noChangeShapeType="1" noTextEdit="1"/>
              </p:cNvSpPr>
              <p:nvPr/>
            </p:nvSpPr>
            <p:spPr>
              <a:xfrm>
                <a:off x="6244682" y="1844824"/>
                <a:ext cx="2582277" cy="745460"/>
              </a:xfrm>
              <a:prstGeom prst="rect">
                <a:avLst/>
              </a:prstGeom>
              <a:blipFill>
                <a:blip r:embed="rId3"/>
                <a:stretch>
                  <a:fillRect/>
                </a:stretch>
              </a:blipFill>
              <a:ln w="31750">
                <a:solidFill>
                  <a:srgbClr val="FFC000"/>
                </a:solidFill>
              </a:ln>
            </p:spPr>
            <p:txBody>
              <a:bodyPr/>
              <a:lstStyle/>
              <a:p>
                <a:r>
                  <a:rPr lang="en-CA">
                    <a:noFill/>
                  </a:rPr>
                  <a:t> </a:t>
                </a:r>
              </a:p>
            </p:txBody>
          </p:sp>
        </mc:Fallback>
      </mc:AlternateContent>
      <p:sp>
        <p:nvSpPr>
          <p:cNvPr id="33" name="TextBox 32">
            <a:extLst>
              <a:ext uri="{FF2B5EF4-FFF2-40B4-BE49-F238E27FC236}">
                <a16:creationId xmlns:a16="http://schemas.microsoft.com/office/drawing/2014/main" id="{7AF2B8C7-0449-50CF-C4BF-2C17004C16D8}"/>
              </a:ext>
            </a:extLst>
          </p:cNvPr>
          <p:cNvSpPr txBox="1"/>
          <p:nvPr/>
        </p:nvSpPr>
        <p:spPr>
          <a:xfrm>
            <a:off x="3491880" y="1117412"/>
            <a:ext cx="4017510" cy="523220"/>
          </a:xfrm>
          <a:prstGeom prst="rect">
            <a:avLst/>
          </a:prstGeom>
          <a:noFill/>
        </p:spPr>
        <p:txBody>
          <a:bodyPr wrap="none" rtlCol="0">
            <a:spAutoFit/>
          </a:bodyPr>
          <a:lstStyle/>
          <a:p>
            <a:r>
              <a:rPr lang="en-US" sz="2800" dirty="0">
                <a:solidFill>
                  <a:srgbClr val="FF0000"/>
                </a:solidFill>
                <a:latin typeface="Calibri" panose="020F0502020204030204" pitchFamily="34" charset="0"/>
                <a:cs typeface="Calibri" panose="020F0502020204030204" pitchFamily="34" charset="0"/>
              </a:rPr>
              <a:t>and correlation coefficient</a:t>
            </a:r>
            <a:endParaRPr lang="en-CA"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C13CC82-CE2B-E7EE-267C-59B020877C6C}"/>
                  </a:ext>
                </a:extLst>
              </p:cNvPr>
              <p:cNvSpPr txBox="1"/>
              <p:nvPr/>
            </p:nvSpPr>
            <p:spPr>
              <a:xfrm>
                <a:off x="5403172" y="2924944"/>
                <a:ext cx="3740827" cy="3411511"/>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Similarly, find also</a:t>
                </a:r>
                <a:r>
                  <a:rPr lang="en-CA" sz="2400" dirty="0"/>
                  <a:t>  </a:t>
                </a:r>
                <a14:m>
                  <m:oMath xmlns:m="http://schemas.openxmlformats.org/officeDocument/2006/math">
                    <m:sSub>
                      <m:sSubPr>
                        <m:ctrlPr>
                          <a:rPr lang="en-CA" sz="2400" i="1" smtClean="0">
                            <a:latin typeface="Cambria Math" panose="02040503050406030204" pitchFamily="18" charset="0"/>
                            <a:cs typeface="Times New Roman" panose="02020603050405020304" pitchFamily="18" charset="0"/>
                          </a:rPr>
                        </m:ctrlPr>
                      </m:sSubPr>
                      <m:e>
                        <m:r>
                          <a:rPr lang="en-CA" sz="2400" i="1">
                            <a:latin typeface="Cambria Math" panose="02040503050406030204" pitchFamily="18" charset="0"/>
                            <a:ea typeface="Calibri" panose="020F0502020204030204" pitchFamily="34" charset="0"/>
                            <a:cs typeface="Times New Roman" panose="02020603050405020304" pitchFamily="18" charset="0"/>
                          </a:rPr>
                          <m:t>𝑔</m:t>
                        </m:r>
                      </m:e>
                      <m:sub>
                        <m:r>
                          <a:rPr lang="en-US" sz="2400" b="0" i="1" smtClean="0">
                            <a:latin typeface="Cambria Math" panose="02040503050406030204" pitchFamily="18" charset="0"/>
                            <a:ea typeface="Calibri" panose="020F0502020204030204" pitchFamily="34" charset="0"/>
                            <a:cs typeface="Times New Roman" panose="02020603050405020304" pitchFamily="18" charset="0"/>
                          </a:rPr>
                          <m:t>𝑦𝑥</m:t>
                        </m:r>
                      </m:sub>
                    </m:sSub>
                  </m:oMath>
                </a14:m>
                <a:endParaRPr lang="en-CA" dirty="0"/>
              </a:p>
              <a:p>
                <a:pPr marL="285750" indent="-285750">
                  <a:buFont typeface="Arial" panose="020B0604020202020204" pitchFamily="34" charset="0"/>
                  <a:buChar char="•"/>
                </a:pPr>
                <a:endParaRPr lang="en-CA" dirty="0"/>
              </a:p>
              <a:p>
                <a:pPr marL="342900" indent="-342900">
                  <a:buFont typeface="Arial" panose="020B0604020202020204" pitchFamily="34" charset="0"/>
                  <a:buChar char="•"/>
                </a:pPr>
                <a:r>
                  <a:rPr lang="en-CA" sz="2400" dirty="0">
                    <a:latin typeface="Calibri" panose="020F0502020204030204" pitchFamily="34" charset="0"/>
                    <a:ea typeface="Calibri" panose="020F0502020204030204" pitchFamily="34" charset="0"/>
                    <a:cs typeface="Calibri" panose="020F0502020204030204" pitchFamily="34" charset="0"/>
                  </a:rPr>
                  <a:t>The asymmetry determines the energy propagation direction</a:t>
                </a:r>
              </a:p>
              <a:p>
                <a:pPr marL="800100" lvl="1" indent="-342900">
                  <a:buFont typeface="Arial" panose="020B0604020202020204" pitchFamily="34" charset="0"/>
                  <a:buChar char="•"/>
                </a:pPr>
                <a14:m>
                  <m:oMath xmlns:m="http://schemas.openxmlformats.org/officeDocument/2006/math">
                    <m:sSub>
                      <m:sSubPr>
                        <m:ctrlPr>
                          <a:rPr lang="en-CA" sz="2400" i="1" smtClean="0">
                            <a:latin typeface="Cambria Math" panose="02040503050406030204" pitchFamily="18" charset="0"/>
                            <a:cs typeface="Times New Roman" panose="02020603050405020304" pitchFamily="18" charset="0"/>
                          </a:rPr>
                        </m:ctrlPr>
                      </m:sSubPr>
                      <m:e>
                        <m:r>
                          <a:rPr lang="en-CA" sz="2400" i="1">
                            <a:latin typeface="Cambria Math" panose="02040503050406030204" pitchFamily="18" charset="0"/>
                            <a:ea typeface="Calibri" panose="020F0502020204030204" pitchFamily="34" charset="0"/>
                            <a:cs typeface="Times New Roman" panose="02020603050405020304" pitchFamily="18" charset="0"/>
                          </a:rPr>
                          <m:t>𝑔</m:t>
                        </m:r>
                      </m:e>
                      <m:sub>
                        <m:r>
                          <a:rPr lang="en-CA" sz="2400" i="1">
                            <a:latin typeface="Cambria Math" panose="02040503050406030204" pitchFamily="18" charset="0"/>
                            <a:ea typeface="Calibri" panose="020F0502020204030204" pitchFamily="34" charset="0"/>
                            <a:cs typeface="Times New Roman" panose="02020603050405020304" pitchFamily="18" charset="0"/>
                          </a:rPr>
                          <m:t>𝑥𝑦</m:t>
                        </m:r>
                      </m:sub>
                    </m:sSub>
                  </m:oMath>
                </a14:m>
                <a:r>
                  <a:rPr lang="en-CA" sz="2400" dirty="0">
                    <a:latin typeface="Calibri" panose="020F0502020204030204" pitchFamily="34" charset="0"/>
                    <a:ea typeface="Calibri" panose="020F0502020204030204" pitchFamily="34" charset="0"/>
                    <a:cs typeface="Calibri" panose="020F0502020204030204" pitchFamily="34" charset="0"/>
                  </a:rPr>
                  <a:t>&gt;</a:t>
                </a:r>
                <a:r>
                  <a:rPr lang="en-CA" sz="2400" dirty="0">
                    <a:cs typeface="Times New Roman" panose="02020603050405020304" pitchFamily="18" charset="0"/>
                  </a:rPr>
                  <a:t> </a:t>
                </a:r>
                <a14:m>
                  <m:oMath xmlns:m="http://schemas.openxmlformats.org/officeDocument/2006/math">
                    <m:sSub>
                      <m:sSubPr>
                        <m:ctrlPr>
                          <a:rPr lang="en-CA" sz="2400" i="1">
                            <a:latin typeface="Cambria Math" panose="02040503050406030204" pitchFamily="18" charset="0"/>
                            <a:cs typeface="Times New Roman" panose="02020603050405020304" pitchFamily="18" charset="0"/>
                          </a:rPr>
                        </m:ctrlPr>
                      </m:sSubPr>
                      <m:e>
                        <m:r>
                          <a:rPr lang="en-CA" sz="2400" i="1">
                            <a:latin typeface="Cambria Math" panose="02040503050406030204" pitchFamily="18" charset="0"/>
                            <a:ea typeface="Calibri" panose="020F0502020204030204" pitchFamily="34" charset="0"/>
                            <a:cs typeface="Times New Roman" panose="02020603050405020304" pitchFamily="18" charset="0"/>
                          </a:rPr>
                          <m:t>𝑔</m:t>
                        </m:r>
                      </m:e>
                      <m:sub>
                        <m:r>
                          <a:rPr lang="en-US" sz="2400" i="1">
                            <a:latin typeface="Cambria Math" panose="02040503050406030204" pitchFamily="18" charset="0"/>
                            <a:ea typeface="Calibri" panose="020F0502020204030204" pitchFamily="34" charset="0"/>
                            <a:cs typeface="Times New Roman" panose="02020603050405020304" pitchFamily="18" charset="0"/>
                          </a:rPr>
                          <m:t>𝑦𝑥</m:t>
                        </m:r>
                      </m:sub>
                    </m:sSub>
                  </m:oMath>
                </a14:m>
                <a:r>
                  <a:rPr lang="en-CA" sz="2400" dirty="0">
                    <a:latin typeface="Calibri" panose="020F0502020204030204" pitchFamily="34" charset="0"/>
                    <a:ea typeface="Calibri" panose="020F0502020204030204" pitchFamily="34" charset="0"/>
                    <a:cs typeface="Calibri" panose="020F0502020204030204" pitchFamily="34" charset="0"/>
                  </a:rPr>
                  <a:t>: propagate from x to y</a:t>
                </a:r>
              </a:p>
              <a:p>
                <a:pPr marL="800100" lvl="1" indent="-342900">
                  <a:buFont typeface="Arial" panose="020B0604020202020204" pitchFamily="34" charset="0"/>
                  <a:buChar char="•"/>
                </a:pPr>
                <a14:m>
                  <m:oMath xmlns:m="http://schemas.openxmlformats.org/officeDocument/2006/math">
                    <m:sSub>
                      <m:sSubPr>
                        <m:ctrlPr>
                          <a:rPr lang="en-CA" sz="2400" i="1">
                            <a:latin typeface="Cambria Math" panose="02040503050406030204" pitchFamily="18" charset="0"/>
                            <a:cs typeface="Times New Roman" panose="02020603050405020304" pitchFamily="18" charset="0"/>
                          </a:rPr>
                        </m:ctrlPr>
                      </m:sSubPr>
                      <m:e>
                        <m:r>
                          <a:rPr lang="en-CA" sz="2400" i="1">
                            <a:latin typeface="Cambria Math" panose="02040503050406030204" pitchFamily="18" charset="0"/>
                            <a:ea typeface="Calibri" panose="020F0502020204030204" pitchFamily="34" charset="0"/>
                            <a:cs typeface="Times New Roman" panose="02020603050405020304" pitchFamily="18" charset="0"/>
                          </a:rPr>
                          <m:t>𝑔</m:t>
                        </m:r>
                      </m:e>
                      <m:sub>
                        <m:r>
                          <a:rPr lang="en-US" sz="2400" i="1">
                            <a:latin typeface="Cambria Math" panose="02040503050406030204" pitchFamily="18" charset="0"/>
                            <a:ea typeface="Calibri" panose="020F0502020204030204" pitchFamily="34" charset="0"/>
                            <a:cs typeface="Times New Roman" panose="02020603050405020304" pitchFamily="18" charset="0"/>
                          </a:rPr>
                          <m:t>𝑦𝑥</m:t>
                        </m:r>
                      </m:sub>
                    </m:sSub>
                  </m:oMath>
                </a14:m>
                <a:r>
                  <a:rPr lang="en-CA" sz="2400" dirty="0">
                    <a:latin typeface="Calibri" panose="020F0502020204030204" pitchFamily="34" charset="0"/>
                    <a:ea typeface="Calibri" panose="020F0502020204030204" pitchFamily="34" charset="0"/>
                    <a:cs typeface="Calibri" panose="020F0502020204030204" pitchFamily="34" charset="0"/>
                  </a:rPr>
                  <a:t>&gt;</a:t>
                </a:r>
                <a14:m>
                  <m:oMath xmlns:m="http://schemas.openxmlformats.org/officeDocument/2006/math">
                    <m:sSub>
                      <m:sSubPr>
                        <m:ctrlPr>
                          <a:rPr lang="en-CA" sz="2400" i="1">
                            <a:latin typeface="Cambria Math" panose="02040503050406030204" pitchFamily="18" charset="0"/>
                            <a:cs typeface="Times New Roman" panose="02020603050405020304" pitchFamily="18" charset="0"/>
                          </a:rPr>
                        </m:ctrlPr>
                      </m:sSubPr>
                      <m:e>
                        <m:r>
                          <a:rPr lang="en-CA" sz="2400" i="1">
                            <a:latin typeface="Cambria Math" panose="02040503050406030204" pitchFamily="18" charset="0"/>
                            <a:ea typeface="Calibri" panose="020F0502020204030204" pitchFamily="34" charset="0"/>
                            <a:cs typeface="Times New Roman" panose="02020603050405020304" pitchFamily="18" charset="0"/>
                          </a:rPr>
                          <m:t>𝑔</m:t>
                        </m:r>
                      </m:e>
                      <m:sub>
                        <m:r>
                          <a:rPr lang="en-CA" sz="2400" i="1">
                            <a:latin typeface="Cambria Math" panose="02040503050406030204" pitchFamily="18" charset="0"/>
                            <a:ea typeface="Calibri" panose="020F0502020204030204" pitchFamily="34" charset="0"/>
                            <a:cs typeface="Times New Roman" panose="02020603050405020304" pitchFamily="18" charset="0"/>
                          </a:rPr>
                          <m:t>𝑥𝑦</m:t>
                        </m:r>
                      </m:sub>
                    </m:sSub>
                  </m:oMath>
                </a14:m>
                <a:r>
                  <a:rPr lang="en-CA" sz="2400" dirty="0">
                    <a:cs typeface="Times New Roman" panose="02020603050405020304" pitchFamily="18" charset="0"/>
                  </a:rPr>
                  <a:t> </a:t>
                </a:r>
                <a:r>
                  <a:rPr lang="en-CA" sz="2400" dirty="0">
                    <a:latin typeface="Calibri" panose="020F0502020204030204" pitchFamily="34" charset="0"/>
                    <a:ea typeface="Calibri" panose="020F0502020204030204" pitchFamily="34" charset="0"/>
                    <a:cs typeface="Calibri" panose="020F0502020204030204" pitchFamily="34" charset="0"/>
                  </a:rPr>
                  <a:t>: propagate from y to x</a:t>
                </a:r>
              </a:p>
            </p:txBody>
          </p:sp>
        </mc:Choice>
        <mc:Fallback xmlns="">
          <p:sp>
            <p:nvSpPr>
              <p:cNvPr id="35" name="TextBox 34">
                <a:extLst>
                  <a:ext uri="{FF2B5EF4-FFF2-40B4-BE49-F238E27FC236}">
                    <a16:creationId xmlns:a16="http://schemas.microsoft.com/office/drawing/2014/main" id="{BC13CC82-CE2B-E7EE-267C-59B020877C6C}"/>
                  </a:ext>
                </a:extLst>
              </p:cNvPr>
              <p:cNvSpPr txBox="1">
                <a:spLocks noRot="1" noChangeAspect="1" noMove="1" noResize="1" noEditPoints="1" noAdjustHandles="1" noChangeArrowheads="1" noChangeShapeType="1" noTextEdit="1"/>
              </p:cNvSpPr>
              <p:nvPr/>
            </p:nvSpPr>
            <p:spPr>
              <a:xfrm>
                <a:off x="5403172" y="2924944"/>
                <a:ext cx="3740827" cy="3411511"/>
              </a:xfrm>
              <a:prstGeom prst="rect">
                <a:avLst/>
              </a:prstGeom>
              <a:blipFill>
                <a:blip r:embed="rId4"/>
                <a:stretch>
                  <a:fillRect l="-2117" t="-1252" b="-3220"/>
                </a:stretch>
              </a:blipFill>
            </p:spPr>
            <p:txBody>
              <a:bodyPr/>
              <a:lstStyle/>
              <a:p>
                <a:r>
                  <a:rPr lang="en-CA">
                    <a:noFill/>
                  </a:rPr>
                  <a:t> </a:t>
                </a:r>
              </a:p>
            </p:txBody>
          </p:sp>
        </mc:Fallback>
      </mc:AlternateContent>
      <p:grpSp>
        <p:nvGrpSpPr>
          <p:cNvPr id="2" name="Group 1">
            <a:extLst>
              <a:ext uri="{FF2B5EF4-FFF2-40B4-BE49-F238E27FC236}">
                <a16:creationId xmlns:a16="http://schemas.microsoft.com/office/drawing/2014/main" id="{D695AABE-709C-C966-FCF7-927F076C907F}"/>
              </a:ext>
            </a:extLst>
          </p:cNvPr>
          <p:cNvGrpSpPr/>
          <p:nvPr/>
        </p:nvGrpSpPr>
        <p:grpSpPr>
          <a:xfrm>
            <a:off x="335953" y="1640632"/>
            <a:ext cx="5067219" cy="5260749"/>
            <a:chOff x="335953" y="1640632"/>
            <a:chExt cx="5067219" cy="5260749"/>
          </a:xfrm>
        </p:grpSpPr>
        <p:pic>
          <p:nvPicPr>
            <p:cNvPr id="5" name="Picture 4">
              <a:extLst>
                <a:ext uri="{FF2B5EF4-FFF2-40B4-BE49-F238E27FC236}">
                  <a16:creationId xmlns:a16="http://schemas.microsoft.com/office/drawing/2014/main" id="{4F147E38-B395-E4C0-DDCF-A18B3C95A801}"/>
                </a:ext>
              </a:extLst>
            </p:cNvPr>
            <p:cNvPicPr>
              <a:picLocks/>
            </p:cNvPicPr>
            <p:nvPr/>
          </p:nvPicPr>
          <p:blipFill rotWithShape="1">
            <a:blip r:embed="rId5"/>
            <a:srcRect l="-3" t="3539" r="48200" b="-3539"/>
            <a:stretch/>
          </p:blipFill>
          <p:spPr>
            <a:xfrm>
              <a:off x="335953" y="1640632"/>
              <a:ext cx="4968552" cy="5260749"/>
            </a:xfrm>
            <a:prstGeom prst="rect">
              <a:avLst/>
            </a:prstGeom>
          </p:spPr>
        </p:pic>
        <p:cxnSp>
          <p:nvCxnSpPr>
            <p:cNvPr id="8" name="Straight Connector 7">
              <a:extLst>
                <a:ext uri="{FF2B5EF4-FFF2-40B4-BE49-F238E27FC236}">
                  <a16:creationId xmlns:a16="http://schemas.microsoft.com/office/drawing/2014/main" id="{41670181-31FE-9663-A238-A7FBE64813B9}"/>
                </a:ext>
              </a:extLst>
            </p:cNvPr>
            <p:cNvCxnSpPr>
              <a:cxnSpLocks/>
            </p:cNvCxnSpPr>
            <p:nvPr/>
          </p:nvCxnSpPr>
          <p:spPr>
            <a:xfrm flipH="1">
              <a:off x="4459056" y="2256057"/>
              <a:ext cx="18123" cy="2880320"/>
            </a:xfrm>
            <a:prstGeom prst="line">
              <a:avLst/>
            </a:prstGeom>
            <a:ln w="28575">
              <a:solidFill>
                <a:srgbClr val="0066CC"/>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55F1136-8296-5114-9773-756E0D5F3826}"/>
                </a:ext>
              </a:extLst>
            </p:cNvPr>
            <p:cNvCxnSpPr>
              <a:cxnSpLocks/>
            </p:cNvCxnSpPr>
            <p:nvPr/>
          </p:nvCxnSpPr>
          <p:spPr>
            <a:xfrm>
              <a:off x="4762877" y="1797503"/>
              <a:ext cx="0" cy="4340310"/>
            </a:xfrm>
            <a:prstGeom prst="line">
              <a:avLst/>
            </a:prstGeom>
            <a:ln w="31750">
              <a:solidFill>
                <a:srgbClr val="FF0000"/>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7" name="Object 26">
              <a:extLst>
                <a:ext uri="{FF2B5EF4-FFF2-40B4-BE49-F238E27FC236}">
                  <a16:creationId xmlns:a16="http://schemas.microsoft.com/office/drawing/2014/main" id="{9C109EF2-DA0A-B23B-4781-CF16EEB6F114}"/>
                </a:ext>
              </a:extLst>
            </p:cNvPr>
            <p:cNvGraphicFramePr>
              <a:graphicFrameLocks noChangeAspect="1"/>
            </p:cNvGraphicFramePr>
            <p:nvPr>
              <p:extLst>
                <p:ext uri="{D42A27DB-BD31-4B8C-83A1-F6EECF244321}">
                  <p14:modId xmlns:p14="http://schemas.microsoft.com/office/powerpoint/2010/main" val="149510266"/>
                </p:ext>
              </p:extLst>
            </p:nvPr>
          </p:nvGraphicFramePr>
          <p:xfrm>
            <a:off x="4707847" y="6379003"/>
            <a:ext cx="695325" cy="306388"/>
          </p:xfrm>
          <a:graphic>
            <a:graphicData uri="http://schemas.openxmlformats.org/presentationml/2006/ole">
              <mc:AlternateContent xmlns:mc="http://schemas.openxmlformats.org/markup-compatibility/2006">
                <mc:Choice xmlns:v="urn:schemas-microsoft-com:vml" Requires="v">
                  <p:oleObj name="Equation" r:id="rId6" imgW="469800" imgH="190440" progId="Equation.DSMT4">
                    <p:embed/>
                  </p:oleObj>
                </mc:Choice>
                <mc:Fallback>
                  <p:oleObj name="Equation" r:id="rId6" imgW="469800" imgH="190440" progId="Equation.DSMT4">
                    <p:embed/>
                    <p:pic>
                      <p:nvPicPr>
                        <p:cNvPr id="27" name="Object 26">
                          <a:extLst>
                            <a:ext uri="{FF2B5EF4-FFF2-40B4-BE49-F238E27FC236}">
                              <a16:creationId xmlns:a16="http://schemas.microsoft.com/office/drawing/2014/main" id="{9C109EF2-DA0A-B23B-4781-CF16EEB6F114}"/>
                            </a:ext>
                          </a:extLst>
                        </p:cNvPr>
                        <p:cNvPicPr/>
                        <p:nvPr/>
                      </p:nvPicPr>
                      <p:blipFill>
                        <a:blip r:embed="rId7"/>
                        <a:stretch>
                          <a:fillRect/>
                        </a:stretch>
                      </p:blipFill>
                      <p:spPr>
                        <a:xfrm>
                          <a:off x="4707847" y="6379003"/>
                          <a:ext cx="695325" cy="306388"/>
                        </a:xfrm>
                        <a:prstGeom prst="rect">
                          <a:avLst/>
                        </a:prstGeom>
                        <a:noFill/>
                        <a:ln>
                          <a:solidFill>
                            <a:srgbClr val="FF0000"/>
                          </a:solidFill>
                        </a:ln>
                      </p:spPr>
                    </p:pic>
                  </p:oleObj>
                </mc:Fallback>
              </mc:AlternateContent>
            </a:graphicData>
          </a:graphic>
        </p:graphicFrame>
        <p:graphicFrame>
          <p:nvGraphicFramePr>
            <p:cNvPr id="37" name="Object 36">
              <a:extLst>
                <a:ext uri="{FF2B5EF4-FFF2-40B4-BE49-F238E27FC236}">
                  <a16:creationId xmlns:a16="http://schemas.microsoft.com/office/drawing/2014/main" id="{7EC0115C-532F-13E5-00D4-24C68526F2D7}"/>
                </a:ext>
              </a:extLst>
            </p:cNvPr>
            <p:cNvGraphicFramePr>
              <a:graphicFrameLocks noChangeAspect="1"/>
            </p:cNvGraphicFramePr>
            <p:nvPr>
              <p:extLst>
                <p:ext uri="{D42A27DB-BD31-4B8C-83A1-F6EECF244321}">
                  <p14:modId xmlns:p14="http://schemas.microsoft.com/office/powerpoint/2010/main" val="3456546228"/>
                </p:ext>
              </p:extLst>
            </p:nvPr>
          </p:nvGraphicFramePr>
          <p:xfrm>
            <a:off x="3957638" y="6381750"/>
            <a:ext cx="622300" cy="306388"/>
          </p:xfrm>
          <a:graphic>
            <a:graphicData uri="http://schemas.openxmlformats.org/presentationml/2006/ole">
              <mc:AlternateContent xmlns:mc="http://schemas.openxmlformats.org/markup-compatibility/2006">
                <mc:Choice xmlns:v="urn:schemas-microsoft-com:vml" Requires="v">
                  <p:oleObj name="Equation" r:id="rId8" imgW="419040" imgH="190440" progId="Equation.DSMT4">
                    <p:embed/>
                  </p:oleObj>
                </mc:Choice>
                <mc:Fallback>
                  <p:oleObj name="Equation" r:id="rId8" imgW="419040" imgH="190440" progId="Equation.DSMT4">
                    <p:embed/>
                    <p:pic>
                      <p:nvPicPr>
                        <p:cNvPr id="37" name="Object 36">
                          <a:extLst>
                            <a:ext uri="{FF2B5EF4-FFF2-40B4-BE49-F238E27FC236}">
                              <a16:creationId xmlns:a16="http://schemas.microsoft.com/office/drawing/2014/main" id="{7EC0115C-532F-13E5-00D4-24C68526F2D7}"/>
                            </a:ext>
                          </a:extLst>
                        </p:cNvPr>
                        <p:cNvPicPr/>
                        <p:nvPr/>
                      </p:nvPicPr>
                      <p:blipFill>
                        <a:blip r:embed="rId9"/>
                        <a:stretch>
                          <a:fillRect/>
                        </a:stretch>
                      </p:blipFill>
                      <p:spPr>
                        <a:xfrm>
                          <a:off x="3957638" y="6381750"/>
                          <a:ext cx="622300" cy="306388"/>
                        </a:xfrm>
                        <a:prstGeom prst="rect">
                          <a:avLst/>
                        </a:prstGeom>
                        <a:noFill/>
                        <a:ln w="15875">
                          <a:solidFill>
                            <a:srgbClr val="0066CC"/>
                          </a:solidFill>
                        </a:ln>
                      </p:spPr>
                    </p:pic>
                  </p:oleObj>
                </mc:Fallback>
              </mc:AlternateContent>
            </a:graphicData>
          </a:graphic>
        </p:graphicFrame>
      </p:grpSp>
      <p:sp>
        <p:nvSpPr>
          <p:cNvPr id="3" name="Date Placeholder 2">
            <a:extLst>
              <a:ext uri="{FF2B5EF4-FFF2-40B4-BE49-F238E27FC236}">
                <a16:creationId xmlns:a16="http://schemas.microsoft.com/office/drawing/2014/main" id="{BA82585E-ACD1-26B6-4210-4369B8B3EC91}"/>
              </a:ext>
            </a:extLst>
          </p:cNvPr>
          <p:cNvSpPr>
            <a:spLocks noGrp="1"/>
          </p:cNvSpPr>
          <p:nvPr>
            <p:ph type="dt" sz="half" idx="10"/>
          </p:nvPr>
        </p:nvSpPr>
        <p:spPr/>
        <p:txBody>
          <a:bodyPr/>
          <a:lstStyle/>
          <a:p>
            <a:pPr>
              <a:defRPr/>
            </a:pPr>
            <a:fld id="{5D3F9F75-FD1F-4328-B641-170F34CA1D4C}" type="datetime9">
              <a:rPr lang="en-US" smtClean="0"/>
              <a:t>10/25/2024 2:01:28 PM</a:t>
            </a:fld>
            <a:endParaRPr lang="en-CA" dirty="0"/>
          </a:p>
        </p:txBody>
      </p:sp>
      <p:sp>
        <p:nvSpPr>
          <p:cNvPr id="4" name="Slide Number Placeholder 3">
            <a:extLst>
              <a:ext uri="{FF2B5EF4-FFF2-40B4-BE49-F238E27FC236}">
                <a16:creationId xmlns:a16="http://schemas.microsoft.com/office/drawing/2014/main" id="{ECE655E9-8A32-6D99-6725-CFD8D06791BE}"/>
              </a:ext>
            </a:extLst>
          </p:cNvPr>
          <p:cNvSpPr>
            <a:spLocks noGrp="1"/>
          </p:cNvSpPr>
          <p:nvPr>
            <p:ph type="sldNum" sz="quarter" idx="12"/>
          </p:nvPr>
        </p:nvSpPr>
        <p:spPr/>
        <p:txBody>
          <a:bodyPr/>
          <a:lstStyle/>
          <a:p>
            <a:pPr>
              <a:defRPr/>
            </a:pPr>
            <a:fld id="{18598880-23BB-4E77-BAE4-1716EE602DAD}" type="slidenum">
              <a:rPr lang="en-CA" smtClean="0"/>
              <a:pPr>
                <a:defRPr/>
              </a:pPr>
              <a:t>42</a:t>
            </a:fld>
            <a:endParaRPr lang="en-CA" dirty="0"/>
          </a:p>
        </p:txBody>
      </p:sp>
    </p:spTree>
    <p:extLst>
      <p:ext uri="{BB962C8B-B14F-4D97-AF65-F5344CB8AC3E}">
        <p14:creationId xmlns:p14="http://schemas.microsoft.com/office/powerpoint/2010/main" val="1667068933"/>
      </p:ext>
    </p:extLst>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7DE7B-18DE-F8EC-52B0-7BD1D8A40EC8}"/>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6C0B0267-AD71-EB16-30C9-1E76F943CFDB}"/>
              </a:ext>
            </a:extLst>
          </p:cNvPr>
          <p:cNvSpPr>
            <a:spLocks noGrp="1"/>
          </p:cNvSpPr>
          <p:nvPr>
            <p:ph type="title"/>
          </p:nvPr>
        </p:nvSpPr>
        <p:spPr>
          <a:xfrm>
            <a:off x="395536" y="219075"/>
            <a:ext cx="8253163" cy="833661"/>
          </a:xfrm>
        </p:spPr>
        <p:txBody>
          <a:bodyPr anchor="ctr" anchorCtr="0"/>
          <a:lstStyle/>
          <a:p>
            <a:pPr algn="ctr"/>
            <a:r>
              <a:rPr lang="en-US" sz="3600" dirty="0"/>
              <a:t>Algorithm</a:t>
            </a:r>
          </a:p>
        </p:txBody>
      </p:sp>
      <p:sp>
        <p:nvSpPr>
          <p:cNvPr id="9220" name="Content Placeholder 3">
            <a:extLst>
              <a:ext uri="{FF2B5EF4-FFF2-40B4-BE49-F238E27FC236}">
                <a16:creationId xmlns:a16="http://schemas.microsoft.com/office/drawing/2014/main" id="{58549D84-0FCB-16ED-46B5-8499501E9038}"/>
              </a:ext>
            </a:extLst>
          </p:cNvPr>
          <p:cNvSpPr>
            <a:spLocks noGrp="1"/>
          </p:cNvSpPr>
          <p:nvPr>
            <p:ph sz="quarter" idx="1"/>
          </p:nvPr>
        </p:nvSpPr>
        <p:spPr>
          <a:xfrm>
            <a:off x="251521" y="1124744"/>
            <a:ext cx="8208911" cy="576064"/>
          </a:xfrm>
          <a:noFill/>
        </p:spPr>
        <p:txBody>
          <a:bodyPr/>
          <a:lstStyle/>
          <a:p>
            <a:r>
              <a:rPr lang="en-US" sz="2800" dirty="0">
                <a:latin typeface="Calibri" panose="020F0502020204030204" pitchFamily="34" charset="0"/>
                <a:cs typeface="Calibri" panose="020F0502020204030204" pitchFamily="34" charset="0"/>
              </a:rPr>
              <a:t>Correlation asymmetry</a:t>
            </a:r>
          </a:p>
          <a:p>
            <a:pPr marL="0" indent="0">
              <a:buNone/>
            </a:pPr>
            <a:endParaRPr lang="en-US" sz="2600" b="0" dirty="0">
              <a:effectLst/>
              <a:latin typeface="Cambria Math" panose="02040503050406030204" pitchFamily="18" charset="0"/>
              <a:ea typeface="DengXian" panose="02010600030101010101" pitchFamily="2" charset="-122"/>
              <a:cs typeface="Times New Roman" panose="02020603050405020304" pitchFamily="18" charset="0"/>
            </a:endParaRPr>
          </a:p>
        </p:txBody>
      </p:sp>
      <p:sp>
        <p:nvSpPr>
          <p:cNvPr id="6" name="Footer Placeholder 5">
            <a:extLst>
              <a:ext uri="{FF2B5EF4-FFF2-40B4-BE49-F238E27FC236}">
                <a16:creationId xmlns:a16="http://schemas.microsoft.com/office/drawing/2014/main" id="{FCC03F24-9597-B617-5F5A-C62173605B51}"/>
              </a:ext>
            </a:extLst>
          </p:cNvPr>
          <p:cNvSpPr>
            <a:spLocks noGrp="1"/>
          </p:cNvSpPr>
          <p:nvPr>
            <p:ph type="ftr" sz="quarter" idx="11"/>
          </p:nvPr>
        </p:nvSpPr>
        <p:spPr/>
        <p:txBody>
          <a:bodyPr/>
          <a:lstStyle/>
          <a:p>
            <a:pPr>
              <a:defRPr/>
            </a:pPr>
            <a:r>
              <a:rPr lang="it-IT"/>
              <a:t>2024-10-31 SWIP</a:t>
            </a:r>
            <a:endParaRPr lang="en-CA" dirty="0"/>
          </a:p>
        </p:txBody>
      </p:sp>
      <p:graphicFrame>
        <p:nvGraphicFramePr>
          <p:cNvPr id="26" name="Object 25">
            <a:extLst>
              <a:ext uri="{FF2B5EF4-FFF2-40B4-BE49-F238E27FC236}">
                <a16:creationId xmlns:a16="http://schemas.microsoft.com/office/drawing/2014/main" id="{7BB3D77E-AF84-76C2-911D-5CB49C81AD6A}"/>
              </a:ext>
            </a:extLst>
          </p:cNvPr>
          <p:cNvGraphicFramePr>
            <a:graphicFrameLocks noChangeAspect="1"/>
          </p:cNvGraphicFramePr>
          <p:nvPr>
            <p:extLst>
              <p:ext uri="{D42A27DB-BD31-4B8C-83A1-F6EECF244321}">
                <p14:modId xmlns:p14="http://schemas.microsoft.com/office/powerpoint/2010/main" val="3053751802"/>
              </p:ext>
            </p:extLst>
          </p:nvPr>
        </p:nvGraphicFramePr>
        <p:xfrm>
          <a:off x="2771800" y="1971191"/>
          <a:ext cx="2448272" cy="1352474"/>
        </p:xfrm>
        <a:graphic>
          <a:graphicData uri="http://schemas.openxmlformats.org/presentationml/2006/ole">
            <mc:AlternateContent xmlns:mc="http://schemas.openxmlformats.org/markup-compatibility/2006">
              <mc:Choice xmlns:v="urn:schemas-microsoft-com:vml" Requires="v">
                <p:oleObj name="Equation" r:id="rId3" imgW="799920" imgH="406080" progId="Equation.DSMT4">
                  <p:embed/>
                </p:oleObj>
              </mc:Choice>
              <mc:Fallback>
                <p:oleObj name="Equation" r:id="rId3" imgW="799920" imgH="406080" progId="Equation.DSMT4">
                  <p:embed/>
                  <p:pic>
                    <p:nvPicPr>
                      <p:cNvPr id="26" name="Object 25">
                        <a:extLst>
                          <a:ext uri="{FF2B5EF4-FFF2-40B4-BE49-F238E27FC236}">
                            <a16:creationId xmlns:a16="http://schemas.microsoft.com/office/drawing/2014/main" id="{7BB3D77E-AF84-76C2-911D-5CB49C81AD6A}"/>
                          </a:ext>
                        </a:extLst>
                      </p:cNvPr>
                      <p:cNvPicPr/>
                      <p:nvPr/>
                    </p:nvPicPr>
                    <p:blipFill>
                      <a:blip r:embed="rId4"/>
                      <a:stretch>
                        <a:fillRect/>
                      </a:stretch>
                    </p:blipFill>
                    <p:spPr>
                      <a:xfrm>
                        <a:off x="2771800" y="1971191"/>
                        <a:ext cx="2448272" cy="1352474"/>
                      </a:xfrm>
                      <a:prstGeom prst="rect">
                        <a:avLst/>
                      </a:prstGeom>
                      <a:noFill/>
                      <a:ln w="15875">
                        <a:solidFill>
                          <a:srgbClr val="0066CC"/>
                        </a:solidFill>
                      </a:ln>
                    </p:spPr>
                  </p:pic>
                </p:oleObj>
              </mc:Fallback>
            </mc:AlternateContent>
          </a:graphicData>
        </a:graphic>
      </p:graphicFrame>
      <p:sp>
        <p:nvSpPr>
          <p:cNvPr id="4" name="Content Placeholder 3">
            <a:extLst>
              <a:ext uri="{FF2B5EF4-FFF2-40B4-BE49-F238E27FC236}">
                <a16:creationId xmlns:a16="http://schemas.microsoft.com/office/drawing/2014/main" id="{070F47FD-0DE3-1532-5EEB-89E8328B073A}"/>
              </a:ext>
            </a:extLst>
          </p:cNvPr>
          <p:cNvSpPr txBox="1">
            <a:spLocks/>
          </p:cNvSpPr>
          <p:nvPr/>
        </p:nvSpPr>
        <p:spPr bwMode="auto">
          <a:xfrm>
            <a:off x="146050" y="3573016"/>
            <a:ext cx="8208911"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fontAlgn="base">
              <a:spcBef>
                <a:spcPts val="575"/>
              </a:spcBef>
              <a:spcAft>
                <a:spcPct val="0"/>
              </a:spcAft>
              <a:buClrTx/>
              <a:buSzPct val="85000"/>
              <a:buFont typeface="Wingdings 2" pitchFamily="18" charset="2"/>
              <a:buChar char=""/>
              <a:defRPr sz="2600" kern="1200">
                <a:solidFill>
                  <a:schemeClr val="tx1"/>
                </a:solidFill>
                <a:latin typeface="+mn-lt"/>
                <a:ea typeface="+mn-ea"/>
                <a:cs typeface="+mn-cs"/>
              </a:defRPr>
            </a:lvl1pPr>
            <a:lvl2pPr marL="547688" indent="-228600" algn="l" rtl="0" fontAlgn="base">
              <a:spcBef>
                <a:spcPts val="375"/>
              </a:spcBef>
              <a:spcAft>
                <a:spcPct val="0"/>
              </a:spcAft>
              <a:buClrTx/>
              <a:buSzPct val="85000"/>
              <a:buFont typeface="Wingdings 2" pitchFamily="18" charset="2"/>
              <a:buChar char=""/>
              <a:defRPr sz="2400" kern="1200">
                <a:solidFill>
                  <a:schemeClr val="tx1"/>
                </a:solidFill>
                <a:latin typeface="+mn-lt"/>
                <a:ea typeface="+mn-ea"/>
                <a:cs typeface="+mn-cs"/>
              </a:defRPr>
            </a:lvl2pPr>
            <a:lvl3pPr marL="822325" indent="-228600" algn="l" rtl="0" fontAlgn="base">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fontAlgn="base">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fontAlgn="base">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sz="2800" dirty="0">
                <a:latin typeface="Calibri" panose="020F0502020204030204" pitchFamily="34" charset="0"/>
                <a:cs typeface="Calibri" panose="020F0502020204030204" pitchFamily="34" charset="0"/>
              </a:rPr>
              <a:t>Nonlinear cross-correlation direction</a:t>
            </a:r>
          </a:p>
          <a:p>
            <a:pPr marL="0" indent="0">
              <a:buFont typeface="Wingdings 2" pitchFamily="18" charset="2"/>
              <a:buNone/>
            </a:pPr>
            <a:endParaRPr lang="en-US" dirty="0">
              <a:latin typeface="Cambria Math" panose="02040503050406030204" pitchFamily="18" charset="0"/>
              <a:ea typeface="DengXian" panose="02010600030101010101" pitchFamily="2" charset="-122"/>
              <a:cs typeface="Times New Roman" panose="02020603050405020304" pitchFamily="18" charset="0"/>
            </a:endParaRPr>
          </a:p>
        </p:txBody>
      </p:sp>
      <p:graphicFrame>
        <p:nvGraphicFramePr>
          <p:cNvPr id="5" name="Object 4">
            <a:extLst>
              <a:ext uri="{FF2B5EF4-FFF2-40B4-BE49-F238E27FC236}">
                <a16:creationId xmlns:a16="http://schemas.microsoft.com/office/drawing/2014/main" id="{698B41E5-88F9-6D4A-0AF6-26D91CFF1101}"/>
              </a:ext>
            </a:extLst>
          </p:cNvPr>
          <p:cNvGraphicFramePr>
            <a:graphicFrameLocks noChangeAspect="1"/>
          </p:cNvGraphicFramePr>
          <p:nvPr>
            <p:extLst>
              <p:ext uri="{D42A27DB-BD31-4B8C-83A1-F6EECF244321}">
                <p14:modId xmlns:p14="http://schemas.microsoft.com/office/powerpoint/2010/main" val="3309340698"/>
              </p:ext>
            </p:extLst>
          </p:nvPr>
        </p:nvGraphicFramePr>
        <p:xfrm>
          <a:off x="1691680" y="4221088"/>
          <a:ext cx="5516563" cy="1393825"/>
        </p:xfrm>
        <a:graphic>
          <a:graphicData uri="http://schemas.openxmlformats.org/presentationml/2006/ole">
            <mc:AlternateContent xmlns:mc="http://schemas.openxmlformats.org/markup-compatibility/2006">
              <mc:Choice xmlns:v="urn:schemas-microsoft-com:vml" Requires="v">
                <p:oleObj name="Equation" r:id="rId5" imgW="1803240" imgH="419040" progId="Equation.DSMT4">
                  <p:embed/>
                </p:oleObj>
              </mc:Choice>
              <mc:Fallback>
                <p:oleObj name="Equation" r:id="rId5" imgW="1803240" imgH="419040" progId="Equation.DSMT4">
                  <p:embed/>
                  <p:pic>
                    <p:nvPicPr>
                      <p:cNvPr id="5" name="Object 4">
                        <a:extLst>
                          <a:ext uri="{FF2B5EF4-FFF2-40B4-BE49-F238E27FC236}">
                            <a16:creationId xmlns:a16="http://schemas.microsoft.com/office/drawing/2014/main" id="{698B41E5-88F9-6D4A-0AF6-26D91CFF1101}"/>
                          </a:ext>
                        </a:extLst>
                      </p:cNvPr>
                      <p:cNvPicPr/>
                      <p:nvPr/>
                    </p:nvPicPr>
                    <p:blipFill>
                      <a:blip r:embed="rId6"/>
                      <a:stretch>
                        <a:fillRect/>
                      </a:stretch>
                    </p:blipFill>
                    <p:spPr>
                      <a:xfrm>
                        <a:off x="1691680" y="4221088"/>
                        <a:ext cx="5516563" cy="1393825"/>
                      </a:xfrm>
                      <a:prstGeom prst="rect">
                        <a:avLst/>
                      </a:prstGeom>
                      <a:noFill/>
                      <a:ln w="15875">
                        <a:solidFill>
                          <a:srgbClr val="0066CC"/>
                        </a:solidFill>
                      </a:ln>
                    </p:spPr>
                  </p:pic>
                </p:oleObj>
              </mc:Fallback>
            </mc:AlternateContent>
          </a:graphicData>
        </a:graphic>
      </p:graphicFrame>
      <p:sp>
        <p:nvSpPr>
          <p:cNvPr id="2" name="Date Placeholder 1">
            <a:extLst>
              <a:ext uri="{FF2B5EF4-FFF2-40B4-BE49-F238E27FC236}">
                <a16:creationId xmlns:a16="http://schemas.microsoft.com/office/drawing/2014/main" id="{DAF5BB05-103B-1AD4-6BC4-E9F85FCD8957}"/>
              </a:ext>
            </a:extLst>
          </p:cNvPr>
          <p:cNvSpPr>
            <a:spLocks noGrp="1"/>
          </p:cNvSpPr>
          <p:nvPr>
            <p:ph type="dt" sz="half" idx="10"/>
          </p:nvPr>
        </p:nvSpPr>
        <p:spPr/>
        <p:txBody>
          <a:bodyPr/>
          <a:lstStyle/>
          <a:p>
            <a:pPr>
              <a:defRPr/>
            </a:pPr>
            <a:fld id="{270B3381-D14E-4AB3-A536-E04822FA27CB}"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4C6CF36B-C38C-50EF-074B-AD1C958DD1C1}"/>
              </a:ext>
            </a:extLst>
          </p:cNvPr>
          <p:cNvSpPr>
            <a:spLocks noGrp="1"/>
          </p:cNvSpPr>
          <p:nvPr>
            <p:ph type="sldNum" sz="quarter" idx="12"/>
          </p:nvPr>
        </p:nvSpPr>
        <p:spPr/>
        <p:txBody>
          <a:bodyPr/>
          <a:lstStyle/>
          <a:p>
            <a:pPr>
              <a:defRPr/>
            </a:pPr>
            <a:fld id="{18598880-23BB-4E77-BAE4-1716EE602DAD}" type="slidenum">
              <a:rPr lang="en-CA" smtClean="0"/>
              <a:pPr>
                <a:defRPr/>
              </a:pPr>
              <a:t>43</a:t>
            </a:fld>
            <a:endParaRPr lang="en-CA" dirty="0"/>
          </a:p>
        </p:txBody>
      </p:sp>
    </p:spTree>
    <p:extLst>
      <p:ext uri="{BB962C8B-B14F-4D97-AF65-F5344CB8AC3E}">
        <p14:creationId xmlns:p14="http://schemas.microsoft.com/office/powerpoint/2010/main" val="1215371862"/>
      </p:ext>
    </p:extLst>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EB4B7-20AD-4FE2-33F9-2DDC74D87772}"/>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1FB8876A-6826-CC06-A527-BE7B3F63922D}"/>
              </a:ext>
            </a:extLst>
          </p:cNvPr>
          <p:cNvSpPr>
            <a:spLocks noGrp="1"/>
          </p:cNvSpPr>
          <p:nvPr>
            <p:ph type="title"/>
          </p:nvPr>
        </p:nvSpPr>
        <p:spPr>
          <a:xfrm>
            <a:off x="395536" y="219075"/>
            <a:ext cx="8253163" cy="833661"/>
          </a:xfrm>
        </p:spPr>
        <p:txBody>
          <a:bodyPr anchor="ctr" anchorCtr="0"/>
          <a:lstStyle/>
          <a:p>
            <a:pPr algn="ctr"/>
            <a:r>
              <a:rPr lang="en-US" sz="3600" dirty="0"/>
              <a:t>Numerical Validation </a:t>
            </a:r>
          </a:p>
        </p:txBody>
      </p:sp>
      <p:sp>
        <p:nvSpPr>
          <p:cNvPr id="9220" name="Content Placeholder 3">
            <a:extLst>
              <a:ext uri="{FF2B5EF4-FFF2-40B4-BE49-F238E27FC236}">
                <a16:creationId xmlns:a16="http://schemas.microsoft.com/office/drawing/2014/main" id="{7FF8D607-A42C-F94A-7DEF-1AD783C96F05}"/>
              </a:ext>
            </a:extLst>
          </p:cNvPr>
          <p:cNvSpPr>
            <a:spLocks noGrp="1"/>
          </p:cNvSpPr>
          <p:nvPr>
            <p:ph sz="quarter" idx="1"/>
          </p:nvPr>
        </p:nvSpPr>
        <p:spPr>
          <a:xfrm>
            <a:off x="251521" y="1124744"/>
            <a:ext cx="8397178" cy="5085556"/>
          </a:xfrm>
          <a:noFill/>
        </p:spPr>
        <p:txBody>
          <a:bodyPr/>
          <a:lstStyle/>
          <a:p>
            <a:r>
              <a:rPr lang="en-US" sz="2800" dirty="0">
                <a:latin typeface="Calibri" panose="020F0502020204030204" pitchFamily="34" charset="0"/>
                <a:cs typeface="Calibri" panose="020F0502020204030204" pitchFamily="34" charset="0"/>
              </a:rPr>
              <a:t>Van der Pol coupled oscillators</a:t>
            </a:r>
            <a:endParaRPr lang="en-CA" sz="2800" dirty="0">
              <a:effectLst/>
              <a:latin typeface="Calibri" panose="020F0502020204030204" pitchFamily="34" charset="0"/>
              <a:ea typeface="DengXian" panose="02010600030101010101" pitchFamily="2" charset="-122"/>
              <a:cs typeface="Calibri" panose="020F0502020204030204" pitchFamily="34" charset="0"/>
            </a:endParaRPr>
          </a:p>
          <a:p>
            <a:pPr marL="0" indent="0">
              <a:buNone/>
            </a:pPr>
            <a:endParaRPr lang="en-US" sz="2800" dirty="0">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id="{862210DA-E8C8-D4B7-1C55-A34194E377A8}"/>
              </a:ext>
            </a:extLst>
          </p:cNvPr>
          <p:cNvSpPr>
            <a:spLocks noGrp="1"/>
          </p:cNvSpPr>
          <p:nvPr>
            <p:ph type="ftr" sz="quarter" idx="11"/>
          </p:nvPr>
        </p:nvSpPr>
        <p:spPr/>
        <p:txBody>
          <a:bodyPr/>
          <a:lstStyle/>
          <a:p>
            <a:pPr>
              <a:defRPr/>
            </a:pPr>
            <a:r>
              <a:rPr lang="it-IT"/>
              <a:t>2024-10-31 SWIP</a:t>
            </a:r>
            <a:endParaRPr lang="en-CA" dirty="0"/>
          </a:p>
        </p:txBody>
      </p:sp>
      <p:pic>
        <p:nvPicPr>
          <p:cNvPr id="7" name="Picture 6">
            <a:extLst>
              <a:ext uri="{FF2B5EF4-FFF2-40B4-BE49-F238E27FC236}">
                <a16:creationId xmlns:a16="http://schemas.microsoft.com/office/drawing/2014/main" id="{1019A225-F97A-1086-6A50-54B293C0F26C}"/>
              </a:ext>
            </a:extLst>
          </p:cNvPr>
          <p:cNvPicPr>
            <a:picLocks noChangeAspect="1"/>
          </p:cNvPicPr>
          <p:nvPr/>
        </p:nvPicPr>
        <p:blipFill>
          <a:blip r:embed="rId3"/>
          <a:srcRect l="2636" r="2460"/>
          <a:stretch/>
        </p:blipFill>
        <p:spPr>
          <a:xfrm>
            <a:off x="3969090" y="1589593"/>
            <a:ext cx="5184000" cy="3171555"/>
          </a:xfrm>
          <a:prstGeom prst="rect">
            <a:avLst/>
          </a:prstGeom>
        </p:spPr>
      </p:pic>
      <p:graphicFrame>
        <p:nvGraphicFramePr>
          <p:cNvPr id="8" name="Object 7">
            <a:extLst>
              <a:ext uri="{FF2B5EF4-FFF2-40B4-BE49-F238E27FC236}">
                <a16:creationId xmlns:a16="http://schemas.microsoft.com/office/drawing/2014/main" id="{9530418C-2DD9-6787-FABD-2D626C305F25}"/>
              </a:ext>
            </a:extLst>
          </p:cNvPr>
          <p:cNvGraphicFramePr>
            <a:graphicFrameLocks noChangeAspect="1"/>
          </p:cNvGraphicFramePr>
          <p:nvPr>
            <p:extLst>
              <p:ext uri="{D42A27DB-BD31-4B8C-83A1-F6EECF244321}">
                <p14:modId xmlns:p14="http://schemas.microsoft.com/office/powerpoint/2010/main" val="3606924548"/>
              </p:ext>
            </p:extLst>
          </p:nvPr>
        </p:nvGraphicFramePr>
        <p:xfrm>
          <a:off x="904104" y="4941168"/>
          <a:ext cx="7489913" cy="720080"/>
        </p:xfrm>
        <a:graphic>
          <a:graphicData uri="http://schemas.openxmlformats.org/presentationml/2006/ole">
            <mc:AlternateContent xmlns:mc="http://schemas.openxmlformats.org/markup-compatibility/2006">
              <mc:Choice xmlns:v="urn:schemas-microsoft-com:vml" Requires="v">
                <p:oleObj name="Equation" r:id="rId4" imgW="2438280" imgH="215640" progId="Equation.DSMT4">
                  <p:embed/>
                </p:oleObj>
              </mc:Choice>
              <mc:Fallback>
                <p:oleObj name="Equation" r:id="rId4" imgW="2438280" imgH="215640" progId="Equation.DSMT4">
                  <p:embed/>
                  <p:pic>
                    <p:nvPicPr>
                      <p:cNvPr id="8" name="Object 7">
                        <a:extLst>
                          <a:ext uri="{FF2B5EF4-FFF2-40B4-BE49-F238E27FC236}">
                            <a16:creationId xmlns:a16="http://schemas.microsoft.com/office/drawing/2014/main" id="{9530418C-2DD9-6787-FABD-2D626C305F25}"/>
                          </a:ext>
                        </a:extLst>
                      </p:cNvPr>
                      <p:cNvPicPr/>
                      <p:nvPr/>
                    </p:nvPicPr>
                    <p:blipFill>
                      <a:blip r:embed="rId5"/>
                      <a:stretch>
                        <a:fillRect/>
                      </a:stretch>
                    </p:blipFill>
                    <p:spPr>
                      <a:xfrm>
                        <a:off x="904104" y="4941168"/>
                        <a:ext cx="7489913" cy="720080"/>
                      </a:xfrm>
                      <a:prstGeom prst="rect">
                        <a:avLst/>
                      </a:prstGeom>
                      <a:solidFill>
                        <a:schemeClr val="bg2">
                          <a:lumMod val="40000"/>
                          <a:lumOff val="60000"/>
                        </a:schemeClr>
                      </a:solidFill>
                      <a:ln w="15875">
                        <a:noFill/>
                      </a:ln>
                    </p:spPr>
                  </p:pic>
                </p:oleObj>
              </mc:Fallback>
            </mc:AlternateContent>
          </a:graphicData>
        </a:graphic>
      </p:graphicFrame>
      <p:grpSp>
        <p:nvGrpSpPr>
          <p:cNvPr id="13" name="Group 12">
            <a:extLst>
              <a:ext uri="{FF2B5EF4-FFF2-40B4-BE49-F238E27FC236}">
                <a16:creationId xmlns:a16="http://schemas.microsoft.com/office/drawing/2014/main" id="{5ABAFB94-E45E-4811-9D10-D202492A5C0A}"/>
              </a:ext>
            </a:extLst>
          </p:cNvPr>
          <p:cNvGrpSpPr/>
          <p:nvPr/>
        </p:nvGrpSpPr>
        <p:grpSpPr>
          <a:xfrm>
            <a:off x="3956364" y="4183388"/>
            <a:ext cx="5122979" cy="417455"/>
            <a:chOff x="3769499" y="4163673"/>
            <a:chExt cx="5122979" cy="417455"/>
          </a:xfrm>
        </p:grpSpPr>
        <p:sp>
          <p:nvSpPr>
            <p:cNvPr id="9" name="Rectangle 8">
              <a:extLst>
                <a:ext uri="{FF2B5EF4-FFF2-40B4-BE49-F238E27FC236}">
                  <a16:creationId xmlns:a16="http://schemas.microsoft.com/office/drawing/2014/main" id="{80AF408D-AAE1-1C9D-7CD3-E6125195F903}"/>
                </a:ext>
              </a:extLst>
            </p:cNvPr>
            <p:cNvSpPr/>
            <p:nvPr/>
          </p:nvSpPr>
          <p:spPr>
            <a:xfrm>
              <a:off x="7740351" y="4163673"/>
              <a:ext cx="1152127" cy="266543"/>
            </a:xfrm>
            <a:prstGeom prst="rect">
              <a:avLst/>
            </a:prstGeom>
            <a:solidFill>
              <a:schemeClr val="bg2">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2024E0CD-EA2C-8191-BD21-41F59BFBEEB5}"/>
                </a:ext>
              </a:extLst>
            </p:cNvPr>
            <p:cNvSpPr/>
            <p:nvPr/>
          </p:nvSpPr>
          <p:spPr>
            <a:xfrm>
              <a:off x="3769499" y="4401621"/>
              <a:ext cx="554730" cy="179507"/>
            </a:xfrm>
            <a:prstGeom prst="rect">
              <a:avLst/>
            </a:prstGeom>
            <a:solidFill>
              <a:schemeClr val="bg2">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14" name="Group 13">
            <a:extLst>
              <a:ext uri="{FF2B5EF4-FFF2-40B4-BE49-F238E27FC236}">
                <a16:creationId xmlns:a16="http://schemas.microsoft.com/office/drawing/2014/main" id="{21E1285E-AE86-2561-5CD3-11876F9E171E}"/>
              </a:ext>
            </a:extLst>
          </p:cNvPr>
          <p:cNvGrpSpPr/>
          <p:nvPr/>
        </p:nvGrpSpPr>
        <p:grpSpPr>
          <a:xfrm>
            <a:off x="5681672" y="2420888"/>
            <a:ext cx="3275267" cy="400241"/>
            <a:chOff x="5441707" y="2460408"/>
            <a:chExt cx="3275267" cy="400241"/>
          </a:xfrm>
        </p:grpSpPr>
        <p:sp>
          <p:nvSpPr>
            <p:cNvPr id="10" name="Rectangle 9">
              <a:extLst>
                <a:ext uri="{FF2B5EF4-FFF2-40B4-BE49-F238E27FC236}">
                  <a16:creationId xmlns:a16="http://schemas.microsoft.com/office/drawing/2014/main" id="{F502D13E-6C4F-6B7E-44C7-D4ED30E17309}"/>
                </a:ext>
              </a:extLst>
            </p:cNvPr>
            <p:cNvSpPr/>
            <p:nvPr/>
          </p:nvSpPr>
          <p:spPr>
            <a:xfrm>
              <a:off x="7996894" y="2460408"/>
              <a:ext cx="720080" cy="382195"/>
            </a:xfrm>
            <a:prstGeom prst="rect">
              <a:avLst/>
            </a:prstGeom>
            <a:solidFill>
              <a:schemeClr val="bg2">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C20EB5D2-34FB-16CC-8EF7-30404832DC4C}"/>
                </a:ext>
              </a:extLst>
            </p:cNvPr>
            <p:cNvSpPr/>
            <p:nvPr/>
          </p:nvSpPr>
          <p:spPr>
            <a:xfrm>
              <a:off x="5441707" y="2478454"/>
              <a:ext cx="720080" cy="382195"/>
            </a:xfrm>
            <a:prstGeom prst="rect">
              <a:avLst/>
            </a:prstGeom>
            <a:solidFill>
              <a:schemeClr val="bg2">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 name="Date Placeholder 1">
            <a:extLst>
              <a:ext uri="{FF2B5EF4-FFF2-40B4-BE49-F238E27FC236}">
                <a16:creationId xmlns:a16="http://schemas.microsoft.com/office/drawing/2014/main" id="{55CF6738-3ADA-96A3-D9DC-A8394208B294}"/>
              </a:ext>
            </a:extLst>
          </p:cNvPr>
          <p:cNvSpPr>
            <a:spLocks noGrp="1"/>
          </p:cNvSpPr>
          <p:nvPr>
            <p:ph type="dt" sz="half" idx="10"/>
          </p:nvPr>
        </p:nvSpPr>
        <p:spPr/>
        <p:txBody>
          <a:bodyPr/>
          <a:lstStyle/>
          <a:p>
            <a:pPr>
              <a:defRPr/>
            </a:pPr>
            <a:fld id="{16EA1A34-6DEF-4095-B8E3-2CBD1AC4538C}"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A17ADB78-6526-7AF6-7AB1-F6F02AA640E8}"/>
              </a:ext>
            </a:extLst>
          </p:cNvPr>
          <p:cNvSpPr>
            <a:spLocks noGrp="1"/>
          </p:cNvSpPr>
          <p:nvPr>
            <p:ph type="sldNum" sz="quarter" idx="12"/>
          </p:nvPr>
        </p:nvSpPr>
        <p:spPr/>
        <p:txBody>
          <a:bodyPr/>
          <a:lstStyle/>
          <a:p>
            <a:pPr>
              <a:defRPr/>
            </a:pPr>
            <a:fld id="{18598880-23BB-4E77-BAE4-1716EE602DAD}" type="slidenum">
              <a:rPr lang="en-CA" smtClean="0"/>
              <a:pPr>
                <a:defRPr/>
              </a:pPr>
              <a:t>44</a:t>
            </a:fld>
            <a:endParaRPr lang="en-CA" dirty="0"/>
          </a:p>
        </p:txBody>
      </p:sp>
      <p:graphicFrame>
        <p:nvGraphicFramePr>
          <p:cNvPr id="4" name="Object 3">
            <a:extLst>
              <a:ext uri="{FF2B5EF4-FFF2-40B4-BE49-F238E27FC236}">
                <a16:creationId xmlns:a16="http://schemas.microsoft.com/office/drawing/2014/main" id="{19523790-F8E9-1B80-5837-F8F8A0FC5CE7}"/>
              </a:ext>
            </a:extLst>
          </p:cNvPr>
          <p:cNvGraphicFramePr>
            <a:graphicFrameLocks noChangeAspect="1"/>
          </p:cNvGraphicFramePr>
          <p:nvPr>
            <p:extLst>
              <p:ext uri="{D42A27DB-BD31-4B8C-83A1-F6EECF244321}">
                <p14:modId xmlns:p14="http://schemas.microsoft.com/office/powerpoint/2010/main" val="3110085405"/>
              </p:ext>
            </p:extLst>
          </p:nvPr>
        </p:nvGraphicFramePr>
        <p:xfrm>
          <a:off x="99025" y="1928954"/>
          <a:ext cx="3978276" cy="1784350"/>
        </p:xfrm>
        <a:graphic>
          <a:graphicData uri="http://schemas.openxmlformats.org/presentationml/2006/ole">
            <mc:AlternateContent xmlns:mc="http://schemas.openxmlformats.org/markup-compatibility/2006">
              <mc:Choice xmlns:v="urn:schemas-microsoft-com:vml" Requires="v">
                <p:oleObj name="Equation" r:id="rId6" imgW="2184120" imgH="901440" progId="Equation.DSMT4">
                  <p:embed/>
                </p:oleObj>
              </mc:Choice>
              <mc:Fallback>
                <p:oleObj name="Equation" r:id="rId6" imgW="2184120" imgH="901440" progId="Equation.DSMT4">
                  <p:embed/>
                  <p:pic>
                    <p:nvPicPr>
                      <p:cNvPr id="4" name="Object 3">
                        <a:extLst>
                          <a:ext uri="{FF2B5EF4-FFF2-40B4-BE49-F238E27FC236}">
                            <a16:creationId xmlns:a16="http://schemas.microsoft.com/office/drawing/2014/main" id="{19523790-F8E9-1B80-5837-F8F8A0FC5CE7}"/>
                          </a:ext>
                        </a:extLst>
                      </p:cNvPr>
                      <p:cNvPicPr/>
                      <p:nvPr/>
                    </p:nvPicPr>
                    <p:blipFill>
                      <a:blip r:embed="rId7"/>
                      <a:stretch>
                        <a:fillRect/>
                      </a:stretch>
                    </p:blipFill>
                    <p:spPr>
                      <a:xfrm>
                        <a:off x="99025" y="1928954"/>
                        <a:ext cx="3978276" cy="1784350"/>
                      </a:xfrm>
                      <a:prstGeom prst="rect">
                        <a:avLst/>
                      </a:prstGeom>
                      <a:solidFill>
                        <a:schemeClr val="bg1">
                          <a:lumMod val="95000"/>
                        </a:schemeClr>
                      </a:solidFill>
                      <a:ln w="15875">
                        <a:solidFill>
                          <a:srgbClr val="0066CC"/>
                        </a:solidFill>
                      </a:ln>
                    </p:spPr>
                  </p:pic>
                </p:oleObj>
              </mc:Fallback>
            </mc:AlternateContent>
          </a:graphicData>
        </a:graphic>
      </p:graphicFrame>
    </p:spTree>
    <p:extLst>
      <p:ext uri="{BB962C8B-B14F-4D97-AF65-F5344CB8AC3E}">
        <p14:creationId xmlns:p14="http://schemas.microsoft.com/office/powerpoint/2010/main" val="940210385"/>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D5FC4-9DBE-FC10-33E7-BF2CEFDC656F}"/>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55F5487D-3AAE-5BD5-5ABB-4F6619DB8256}"/>
              </a:ext>
            </a:extLst>
          </p:cNvPr>
          <p:cNvSpPr>
            <a:spLocks noGrp="1"/>
          </p:cNvSpPr>
          <p:nvPr>
            <p:ph type="title"/>
          </p:nvPr>
        </p:nvSpPr>
        <p:spPr>
          <a:xfrm>
            <a:off x="395536" y="219075"/>
            <a:ext cx="8253163" cy="833661"/>
          </a:xfrm>
        </p:spPr>
        <p:txBody>
          <a:bodyPr anchor="ctr" anchorCtr="0"/>
          <a:lstStyle/>
          <a:p>
            <a:pPr algn="ctr"/>
            <a:r>
              <a:rPr lang="en-US" sz="3600" dirty="0"/>
              <a:t>Electrode biasing triggered ohmic H-mode in STOR-M</a:t>
            </a:r>
          </a:p>
        </p:txBody>
      </p:sp>
      <p:pic>
        <p:nvPicPr>
          <p:cNvPr id="9" name="Content Placeholder 8">
            <a:extLst>
              <a:ext uri="{FF2B5EF4-FFF2-40B4-BE49-F238E27FC236}">
                <a16:creationId xmlns:a16="http://schemas.microsoft.com/office/drawing/2014/main" id="{07F6E506-535D-0E39-2031-AB47C6B022B9}"/>
              </a:ext>
            </a:extLst>
          </p:cNvPr>
          <p:cNvPicPr>
            <a:picLocks noGrp="1" noChangeAspect="1"/>
          </p:cNvPicPr>
          <p:nvPr>
            <p:ph sz="quarter" idx="1"/>
          </p:nvPr>
        </p:nvPicPr>
        <p:blipFill rotWithShape="1">
          <a:blip r:embed="rId3"/>
          <a:srcRect l="3989" t="9046" r="49971" b="5857"/>
          <a:stretch/>
        </p:blipFill>
        <p:spPr>
          <a:xfrm>
            <a:off x="179511" y="1105344"/>
            <a:ext cx="8815563" cy="3475784"/>
          </a:xfrm>
          <a:noFill/>
        </p:spPr>
      </p:pic>
      <p:sp>
        <p:nvSpPr>
          <p:cNvPr id="6" name="Footer Placeholder 5">
            <a:extLst>
              <a:ext uri="{FF2B5EF4-FFF2-40B4-BE49-F238E27FC236}">
                <a16:creationId xmlns:a16="http://schemas.microsoft.com/office/drawing/2014/main" id="{4263BBC3-C324-87C0-F2F9-C88B1D6AC824}"/>
              </a:ext>
            </a:extLst>
          </p:cNvPr>
          <p:cNvSpPr>
            <a:spLocks noGrp="1"/>
          </p:cNvSpPr>
          <p:nvPr>
            <p:ph type="ftr" sz="quarter" idx="11"/>
          </p:nvPr>
        </p:nvSpPr>
        <p:spPr/>
        <p:txBody>
          <a:bodyPr/>
          <a:lstStyle/>
          <a:p>
            <a:pPr>
              <a:defRPr/>
            </a:pPr>
            <a:r>
              <a:rPr lang="it-IT"/>
              <a:t>2024-10-31 SWIP</a:t>
            </a:r>
            <a:endParaRPr lang="en-CA" dirty="0"/>
          </a:p>
        </p:txBody>
      </p:sp>
      <p:graphicFrame>
        <p:nvGraphicFramePr>
          <p:cNvPr id="4" name="Object 3">
            <a:extLst>
              <a:ext uri="{FF2B5EF4-FFF2-40B4-BE49-F238E27FC236}">
                <a16:creationId xmlns:a16="http://schemas.microsoft.com/office/drawing/2014/main" id="{EF180ECE-DD8E-6032-B77D-1AA7783C17A8}"/>
              </a:ext>
            </a:extLst>
          </p:cNvPr>
          <p:cNvGraphicFramePr>
            <a:graphicFrameLocks noChangeAspect="1"/>
          </p:cNvGraphicFramePr>
          <p:nvPr>
            <p:extLst>
              <p:ext uri="{D42A27DB-BD31-4B8C-83A1-F6EECF244321}">
                <p14:modId xmlns:p14="http://schemas.microsoft.com/office/powerpoint/2010/main" val="2186802118"/>
              </p:ext>
            </p:extLst>
          </p:nvPr>
        </p:nvGraphicFramePr>
        <p:xfrm>
          <a:off x="1758950" y="5197475"/>
          <a:ext cx="5626100" cy="555625"/>
        </p:xfrm>
        <a:graphic>
          <a:graphicData uri="http://schemas.openxmlformats.org/presentationml/2006/ole">
            <mc:AlternateContent xmlns:mc="http://schemas.openxmlformats.org/markup-compatibility/2006">
              <mc:Choice xmlns:v="urn:schemas-microsoft-com:vml" Requires="v">
                <p:oleObj name="Equation" r:id="rId4" imgW="2374560" imgH="215640" progId="Equation.DSMT4">
                  <p:embed/>
                </p:oleObj>
              </mc:Choice>
              <mc:Fallback>
                <p:oleObj name="Equation" r:id="rId4" imgW="2374560" imgH="215640" progId="Equation.DSMT4">
                  <p:embed/>
                  <p:pic>
                    <p:nvPicPr>
                      <p:cNvPr id="4" name="Object 3">
                        <a:extLst>
                          <a:ext uri="{FF2B5EF4-FFF2-40B4-BE49-F238E27FC236}">
                            <a16:creationId xmlns:a16="http://schemas.microsoft.com/office/drawing/2014/main" id="{EF180ECE-DD8E-6032-B77D-1AA7783C17A8}"/>
                          </a:ext>
                        </a:extLst>
                      </p:cNvPr>
                      <p:cNvPicPr/>
                      <p:nvPr/>
                    </p:nvPicPr>
                    <p:blipFill>
                      <a:blip r:embed="rId5"/>
                      <a:stretch>
                        <a:fillRect/>
                      </a:stretch>
                    </p:blipFill>
                    <p:spPr>
                      <a:xfrm>
                        <a:off x="1758950" y="5197475"/>
                        <a:ext cx="5626100" cy="555625"/>
                      </a:xfrm>
                      <a:prstGeom prst="rect">
                        <a:avLst/>
                      </a:prstGeom>
                      <a:solidFill>
                        <a:srgbClr val="64EC34"/>
                      </a:solidFill>
                      <a:ln w="15875">
                        <a:solidFill>
                          <a:srgbClr val="0066CC"/>
                        </a:solidFill>
                      </a:ln>
                    </p:spPr>
                  </p:pic>
                </p:oleObj>
              </mc:Fallback>
            </mc:AlternateContent>
          </a:graphicData>
        </a:graphic>
      </p:graphicFrame>
      <p:sp>
        <p:nvSpPr>
          <p:cNvPr id="5" name="Rectangle 4">
            <a:extLst>
              <a:ext uri="{FF2B5EF4-FFF2-40B4-BE49-F238E27FC236}">
                <a16:creationId xmlns:a16="http://schemas.microsoft.com/office/drawing/2014/main" id="{D0DF28F6-BD62-296F-674B-054A64A64935}"/>
              </a:ext>
            </a:extLst>
          </p:cNvPr>
          <p:cNvSpPr/>
          <p:nvPr/>
        </p:nvSpPr>
        <p:spPr>
          <a:xfrm>
            <a:off x="2765234" y="1772816"/>
            <a:ext cx="1368152" cy="360040"/>
          </a:xfrm>
          <a:prstGeom prst="rect">
            <a:avLst/>
          </a:prstGeom>
          <a:solidFill>
            <a:srgbClr val="64EC34">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7">
            <a:extLst>
              <a:ext uri="{FF2B5EF4-FFF2-40B4-BE49-F238E27FC236}">
                <a16:creationId xmlns:a16="http://schemas.microsoft.com/office/drawing/2014/main" id="{C829A26B-A473-6163-CAF8-7430F16B675F}"/>
              </a:ext>
            </a:extLst>
          </p:cNvPr>
          <p:cNvSpPr/>
          <p:nvPr/>
        </p:nvSpPr>
        <p:spPr>
          <a:xfrm>
            <a:off x="7020272" y="1844824"/>
            <a:ext cx="1368152" cy="360040"/>
          </a:xfrm>
          <a:prstGeom prst="rect">
            <a:avLst/>
          </a:prstGeom>
          <a:solidFill>
            <a:srgbClr val="64EC34">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ectangle 6">
            <a:extLst>
              <a:ext uri="{FF2B5EF4-FFF2-40B4-BE49-F238E27FC236}">
                <a16:creationId xmlns:a16="http://schemas.microsoft.com/office/drawing/2014/main" id="{5E87F484-537E-2D9C-7BF4-8D970A15A9F5}"/>
              </a:ext>
            </a:extLst>
          </p:cNvPr>
          <p:cNvSpPr/>
          <p:nvPr/>
        </p:nvSpPr>
        <p:spPr>
          <a:xfrm>
            <a:off x="1075072" y="4221088"/>
            <a:ext cx="4145000" cy="457200"/>
          </a:xfrm>
          <a:prstGeom prst="rect">
            <a:avLst/>
          </a:prstGeom>
          <a:solidFill>
            <a:srgbClr val="64EC34">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Date Placeholder 1">
            <a:extLst>
              <a:ext uri="{FF2B5EF4-FFF2-40B4-BE49-F238E27FC236}">
                <a16:creationId xmlns:a16="http://schemas.microsoft.com/office/drawing/2014/main" id="{D611C80E-BB18-CF93-0C8D-B7CAA687A560}"/>
              </a:ext>
            </a:extLst>
          </p:cNvPr>
          <p:cNvSpPr>
            <a:spLocks noGrp="1"/>
          </p:cNvSpPr>
          <p:nvPr>
            <p:ph type="dt" sz="half" idx="10"/>
          </p:nvPr>
        </p:nvSpPr>
        <p:spPr/>
        <p:txBody>
          <a:bodyPr/>
          <a:lstStyle/>
          <a:p>
            <a:pPr>
              <a:defRPr/>
            </a:pPr>
            <a:fld id="{EB436D78-080D-4717-B92D-CF69DCFF3605}"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B7A46428-E326-4E97-7F13-41340762CD36}"/>
              </a:ext>
            </a:extLst>
          </p:cNvPr>
          <p:cNvSpPr>
            <a:spLocks noGrp="1"/>
          </p:cNvSpPr>
          <p:nvPr>
            <p:ph type="sldNum" sz="quarter" idx="12"/>
          </p:nvPr>
        </p:nvSpPr>
        <p:spPr/>
        <p:txBody>
          <a:bodyPr/>
          <a:lstStyle/>
          <a:p>
            <a:pPr>
              <a:defRPr/>
            </a:pPr>
            <a:fld id="{18598880-23BB-4E77-BAE4-1716EE602DAD}" type="slidenum">
              <a:rPr lang="en-CA" smtClean="0"/>
              <a:pPr>
                <a:defRPr/>
              </a:pPr>
              <a:t>45</a:t>
            </a:fld>
            <a:endParaRPr lang="en-CA" dirty="0"/>
          </a:p>
        </p:txBody>
      </p:sp>
    </p:spTree>
    <p:extLst>
      <p:ext uri="{BB962C8B-B14F-4D97-AF65-F5344CB8AC3E}">
        <p14:creationId xmlns:p14="http://schemas.microsoft.com/office/powerpoint/2010/main" val="370777859"/>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38CEA-1F30-34BD-1B5C-5C940BA4AD0B}"/>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1BB98456-E39E-1E3A-4975-AEFBF8783CD4}"/>
              </a:ext>
            </a:extLst>
          </p:cNvPr>
          <p:cNvSpPr>
            <a:spLocks noGrp="1"/>
          </p:cNvSpPr>
          <p:nvPr>
            <p:ph type="title"/>
          </p:nvPr>
        </p:nvSpPr>
        <p:spPr>
          <a:xfrm>
            <a:off x="395536" y="219075"/>
            <a:ext cx="8253163" cy="833661"/>
          </a:xfrm>
        </p:spPr>
        <p:txBody>
          <a:bodyPr anchor="ctr" anchorCtr="0"/>
          <a:lstStyle/>
          <a:p>
            <a:pPr algn="ctr"/>
            <a:r>
              <a:rPr lang="en-US" sz="3600" dirty="0"/>
              <a:t>Electrode biasing triggered ohmic H-mode in STOR-M</a:t>
            </a:r>
          </a:p>
        </p:txBody>
      </p:sp>
      <p:pic>
        <p:nvPicPr>
          <p:cNvPr id="9" name="Content Placeholder 8">
            <a:extLst>
              <a:ext uri="{FF2B5EF4-FFF2-40B4-BE49-F238E27FC236}">
                <a16:creationId xmlns:a16="http://schemas.microsoft.com/office/drawing/2014/main" id="{81FE13BE-D362-7912-B3DE-EF847C7347DB}"/>
              </a:ext>
            </a:extLst>
          </p:cNvPr>
          <p:cNvPicPr>
            <a:picLocks noGrp="1" noChangeAspect="1"/>
          </p:cNvPicPr>
          <p:nvPr>
            <p:ph sz="quarter" idx="1"/>
          </p:nvPr>
        </p:nvPicPr>
        <p:blipFill rotWithShape="1">
          <a:blip r:embed="rId3"/>
          <a:srcRect l="51851" t="8649" r="2366" b="5293"/>
          <a:stretch/>
        </p:blipFill>
        <p:spPr>
          <a:xfrm>
            <a:off x="179511" y="1072156"/>
            <a:ext cx="8930189" cy="3580980"/>
          </a:xfrm>
          <a:noFill/>
        </p:spPr>
      </p:pic>
      <p:sp>
        <p:nvSpPr>
          <p:cNvPr id="6" name="Footer Placeholder 5">
            <a:extLst>
              <a:ext uri="{FF2B5EF4-FFF2-40B4-BE49-F238E27FC236}">
                <a16:creationId xmlns:a16="http://schemas.microsoft.com/office/drawing/2014/main" id="{13FDC171-9E07-70F9-9A11-EDE52FBFBA4A}"/>
              </a:ext>
            </a:extLst>
          </p:cNvPr>
          <p:cNvSpPr>
            <a:spLocks noGrp="1"/>
          </p:cNvSpPr>
          <p:nvPr>
            <p:ph type="ftr" sz="quarter" idx="11"/>
          </p:nvPr>
        </p:nvSpPr>
        <p:spPr/>
        <p:txBody>
          <a:bodyPr/>
          <a:lstStyle/>
          <a:p>
            <a:pPr>
              <a:defRPr/>
            </a:pPr>
            <a:r>
              <a:rPr lang="it-IT"/>
              <a:t>2024-10-31 SWIP</a:t>
            </a:r>
            <a:endParaRPr lang="en-CA" dirty="0"/>
          </a:p>
        </p:txBody>
      </p:sp>
      <p:graphicFrame>
        <p:nvGraphicFramePr>
          <p:cNvPr id="4" name="Object 3">
            <a:extLst>
              <a:ext uri="{FF2B5EF4-FFF2-40B4-BE49-F238E27FC236}">
                <a16:creationId xmlns:a16="http://schemas.microsoft.com/office/drawing/2014/main" id="{44E8C448-3AD1-3813-3833-69123AF8A62D}"/>
              </a:ext>
            </a:extLst>
          </p:cNvPr>
          <p:cNvGraphicFramePr>
            <a:graphicFrameLocks noChangeAspect="1"/>
          </p:cNvGraphicFramePr>
          <p:nvPr>
            <p:extLst>
              <p:ext uri="{D42A27DB-BD31-4B8C-83A1-F6EECF244321}">
                <p14:modId xmlns:p14="http://schemas.microsoft.com/office/powerpoint/2010/main" val="1029286262"/>
              </p:ext>
            </p:extLst>
          </p:nvPr>
        </p:nvGraphicFramePr>
        <p:xfrm>
          <a:off x="1725986" y="4941168"/>
          <a:ext cx="5837237" cy="555625"/>
        </p:xfrm>
        <a:graphic>
          <a:graphicData uri="http://schemas.openxmlformats.org/presentationml/2006/ole">
            <mc:AlternateContent xmlns:mc="http://schemas.openxmlformats.org/markup-compatibility/2006">
              <mc:Choice xmlns:v="urn:schemas-microsoft-com:vml" Requires="v">
                <p:oleObj name="Equation" r:id="rId4" imgW="2463480" imgH="215640" progId="Equation.DSMT4">
                  <p:embed/>
                </p:oleObj>
              </mc:Choice>
              <mc:Fallback>
                <p:oleObj name="Equation" r:id="rId4" imgW="2463480" imgH="215640" progId="Equation.DSMT4">
                  <p:embed/>
                  <p:pic>
                    <p:nvPicPr>
                      <p:cNvPr id="4" name="Object 3">
                        <a:extLst>
                          <a:ext uri="{FF2B5EF4-FFF2-40B4-BE49-F238E27FC236}">
                            <a16:creationId xmlns:a16="http://schemas.microsoft.com/office/drawing/2014/main" id="{44E8C448-3AD1-3813-3833-69123AF8A62D}"/>
                          </a:ext>
                        </a:extLst>
                      </p:cNvPr>
                      <p:cNvPicPr/>
                      <p:nvPr/>
                    </p:nvPicPr>
                    <p:blipFill>
                      <a:blip r:embed="rId5"/>
                      <a:stretch>
                        <a:fillRect/>
                      </a:stretch>
                    </p:blipFill>
                    <p:spPr>
                      <a:xfrm>
                        <a:off x="1725986" y="4941168"/>
                        <a:ext cx="5837237" cy="555625"/>
                      </a:xfrm>
                      <a:prstGeom prst="rect">
                        <a:avLst/>
                      </a:prstGeom>
                      <a:solidFill>
                        <a:schemeClr val="bg2">
                          <a:lumMod val="40000"/>
                          <a:lumOff val="60000"/>
                        </a:schemeClr>
                      </a:solidFill>
                      <a:ln w="15875">
                        <a:solidFill>
                          <a:srgbClr val="0066CC"/>
                        </a:solidFill>
                      </a:ln>
                    </p:spPr>
                  </p:pic>
                </p:oleObj>
              </mc:Fallback>
            </mc:AlternateContent>
          </a:graphicData>
        </a:graphic>
      </p:graphicFrame>
      <p:sp>
        <p:nvSpPr>
          <p:cNvPr id="5" name="Rectangle 4">
            <a:extLst>
              <a:ext uri="{FF2B5EF4-FFF2-40B4-BE49-F238E27FC236}">
                <a16:creationId xmlns:a16="http://schemas.microsoft.com/office/drawing/2014/main" id="{EC31AD89-2F9C-9F6A-2930-677B2AAEF0CD}"/>
              </a:ext>
            </a:extLst>
          </p:cNvPr>
          <p:cNvSpPr/>
          <p:nvPr/>
        </p:nvSpPr>
        <p:spPr>
          <a:xfrm>
            <a:off x="2765234" y="1772816"/>
            <a:ext cx="1368152" cy="360040"/>
          </a:xfrm>
          <a:prstGeom prst="rect">
            <a:avLst/>
          </a:prstGeom>
          <a:solidFill>
            <a:schemeClr val="bg2">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ectangle 6">
            <a:extLst>
              <a:ext uri="{FF2B5EF4-FFF2-40B4-BE49-F238E27FC236}">
                <a16:creationId xmlns:a16="http://schemas.microsoft.com/office/drawing/2014/main" id="{BCB3217E-D6FC-434D-EFB2-8B4D51907980}"/>
              </a:ext>
            </a:extLst>
          </p:cNvPr>
          <p:cNvSpPr/>
          <p:nvPr/>
        </p:nvSpPr>
        <p:spPr>
          <a:xfrm>
            <a:off x="7020272" y="1844824"/>
            <a:ext cx="1368152" cy="360040"/>
          </a:xfrm>
          <a:prstGeom prst="rect">
            <a:avLst/>
          </a:prstGeom>
          <a:solidFill>
            <a:schemeClr val="bg2">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7">
            <a:extLst>
              <a:ext uri="{FF2B5EF4-FFF2-40B4-BE49-F238E27FC236}">
                <a16:creationId xmlns:a16="http://schemas.microsoft.com/office/drawing/2014/main" id="{44BCB128-45FA-E43A-A104-35713AF44F5C}"/>
              </a:ext>
            </a:extLst>
          </p:cNvPr>
          <p:cNvSpPr/>
          <p:nvPr/>
        </p:nvSpPr>
        <p:spPr>
          <a:xfrm>
            <a:off x="1979712" y="4252924"/>
            <a:ext cx="4104456" cy="400211"/>
          </a:xfrm>
          <a:prstGeom prst="rect">
            <a:avLst/>
          </a:prstGeom>
          <a:solidFill>
            <a:schemeClr val="bg2">
              <a:alpha val="4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Date Placeholder 1">
            <a:extLst>
              <a:ext uri="{FF2B5EF4-FFF2-40B4-BE49-F238E27FC236}">
                <a16:creationId xmlns:a16="http://schemas.microsoft.com/office/drawing/2014/main" id="{A29D3069-9970-D4AF-8406-2120FE51B83E}"/>
              </a:ext>
            </a:extLst>
          </p:cNvPr>
          <p:cNvSpPr>
            <a:spLocks noGrp="1"/>
          </p:cNvSpPr>
          <p:nvPr>
            <p:ph type="dt" sz="half" idx="10"/>
          </p:nvPr>
        </p:nvSpPr>
        <p:spPr/>
        <p:txBody>
          <a:bodyPr/>
          <a:lstStyle/>
          <a:p>
            <a:pPr>
              <a:defRPr/>
            </a:pPr>
            <a:fld id="{E823AD4E-EA43-4B59-AA2B-AF41FF7CC652}"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0E30A3E4-F681-C1C0-6626-D039C6A21BDC}"/>
              </a:ext>
            </a:extLst>
          </p:cNvPr>
          <p:cNvSpPr>
            <a:spLocks noGrp="1"/>
          </p:cNvSpPr>
          <p:nvPr>
            <p:ph type="sldNum" sz="quarter" idx="12"/>
          </p:nvPr>
        </p:nvSpPr>
        <p:spPr/>
        <p:txBody>
          <a:bodyPr/>
          <a:lstStyle/>
          <a:p>
            <a:pPr>
              <a:defRPr/>
            </a:pPr>
            <a:fld id="{18598880-23BB-4E77-BAE4-1716EE602DAD}" type="slidenum">
              <a:rPr lang="en-CA" smtClean="0"/>
              <a:pPr>
                <a:defRPr/>
              </a:pPr>
              <a:t>46</a:t>
            </a:fld>
            <a:endParaRPr lang="en-CA" dirty="0"/>
          </a:p>
        </p:txBody>
      </p:sp>
    </p:spTree>
    <p:extLst>
      <p:ext uri="{BB962C8B-B14F-4D97-AF65-F5344CB8AC3E}">
        <p14:creationId xmlns:p14="http://schemas.microsoft.com/office/powerpoint/2010/main" val="2402453638"/>
      </p:ext>
    </p:extLst>
  </p:cSld>
  <p:clrMapOvr>
    <a:masterClrMapping/>
  </p:clrMapOvr>
  <p:transition>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45234" y="219075"/>
            <a:ext cx="7803465" cy="833661"/>
          </a:xfrm>
        </p:spPr>
        <p:txBody>
          <a:bodyPr anchor="ctr" anchorCtr="0"/>
          <a:lstStyle/>
          <a:p>
            <a:pPr algn="ctr"/>
            <a:r>
              <a:rPr lang="en-US" dirty="0">
                <a:solidFill>
                  <a:schemeClr val="tx1"/>
                </a:solidFill>
              </a:rPr>
              <a:t>Outline</a:t>
            </a:r>
            <a:endParaRPr lang="en-CA" dirty="0">
              <a:solidFill>
                <a:schemeClr val="tx1"/>
              </a:solidFill>
            </a:endParaRPr>
          </a:p>
        </p:txBody>
      </p:sp>
      <p:sp>
        <p:nvSpPr>
          <p:cNvPr id="9220" name="Content Placeholder 3"/>
          <p:cNvSpPr>
            <a:spLocks noGrp="1"/>
          </p:cNvSpPr>
          <p:nvPr>
            <p:ph sz="quarter" idx="1"/>
          </p:nvPr>
        </p:nvSpPr>
        <p:spPr>
          <a:xfrm>
            <a:off x="395536" y="1196752"/>
            <a:ext cx="8469915" cy="5301580"/>
          </a:xfrm>
          <a:noFill/>
        </p:spPr>
        <p:txBody>
          <a:bodyPr/>
          <a:lstStyle/>
          <a:p>
            <a:r>
              <a:rPr lang="en-US" sz="2800" dirty="0">
                <a:latin typeface="Calibri" panose="020F0502020204030204" pitchFamily="34" charset="0"/>
                <a:cs typeface="Calibri" panose="020F0502020204030204" pitchFamily="34" charset="0"/>
              </a:rPr>
              <a:t>Transport and anomalous transport</a:t>
            </a:r>
          </a:p>
          <a:p>
            <a:r>
              <a:rPr lang="en-US" sz="2800" dirty="0">
                <a:latin typeface="Calibri" panose="020F0502020204030204" pitchFamily="34" charset="0"/>
                <a:cs typeface="Calibri" panose="020F0502020204030204" pitchFamily="34" charset="0"/>
              </a:rPr>
              <a:t>Biasing experiment in STOR-M</a:t>
            </a:r>
          </a:p>
          <a:p>
            <a:r>
              <a:rPr lang="en-US" sz="2800" dirty="0">
                <a:latin typeface="Calibri" panose="020F0502020204030204" pitchFamily="34" charset="0"/>
                <a:cs typeface="Calibri" panose="020F0502020204030204" pitchFamily="34" charset="0"/>
              </a:rPr>
              <a:t>Conventional signal analyses (examples from STOR-M)</a:t>
            </a:r>
          </a:p>
          <a:p>
            <a:r>
              <a:rPr lang="en-US" sz="2800" dirty="0">
                <a:latin typeface="Calibri" panose="020F0502020204030204" pitchFamily="34" charset="0"/>
                <a:cs typeface="Calibri" panose="020F0502020204030204" pitchFamily="34" charset="0"/>
              </a:rPr>
              <a:t>Nonlinear signal analyses</a:t>
            </a:r>
          </a:p>
          <a:p>
            <a:pPr lvl="1"/>
            <a:r>
              <a:rPr lang="en-US" sz="2600" dirty="0">
                <a:latin typeface="Calibri" panose="020F0502020204030204" pitchFamily="34" charset="0"/>
                <a:cs typeface="Calibri" panose="020F0502020204030204" pitchFamily="34" charset="0"/>
              </a:rPr>
              <a:t>Algorithm </a:t>
            </a:r>
          </a:p>
          <a:p>
            <a:pPr lvl="1"/>
            <a:r>
              <a:rPr lang="en-US" sz="2600" dirty="0">
                <a:latin typeface="Calibri" panose="020F0502020204030204" pitchFamily="34" charset="0"/>
                <a:cs typeface="Calibri" panose="020F0502020204030204" pitchFamily="34" charset="0"/>
              </a:rPr>
              <a:t>Numerical Validation</a:t>
            </a:r>
          </a:p>
          <a:p>
            <a:pPr lvl="1"/>
            <a:r>
              <a:rPr lang="en-US" sz="2600" dirty="0">
                <a:latin typeface="Calibri" panose="020F0502020204030204" pitchFamily="34" charset="0"/>
                <a:cs typeface="Calibri" panose="020F0502020204030204" pitchFamily="34" charset="0"/>
              </a:rPr>
              <a:t>experiments on STOR-M </a:t>
            </a:r>
          </a:p>
          <a:p>
            <a:r>
              <a:rPr lang="en-US" sz="2800" dirty="0">
                <a:highlight>
                  <a:srgbClr val="FFFF00"/>
                </a:highlight>
                <a:latin typeface="Calibri" panose="020F0502020204030204" pitchFamily="34" charset="0"/>
                <a:cs typeface="Calibri" panose="020F0502020204030204" pitchFamily="34" charset="0"/>
              </a:rPr>
              <a:t>Experiments on TJ-II</a:t>
            </a:r>
          </a:p>
          <a:p>
            <a:r>
              <a:rPr lang="en-US" sz="2800" dirty="0">
                <a:latin typeface="Calibri" panose="020F0502020204030204" pitchFamily="34" charset="0"/>
                <a:cs typeface="Calibri" panose="020F0502020204030204" pitchFamily="34" charset="0"/>
              </a:rPr>
              <a:t>Experiments on EAST</a:t>
            </a:r>
          </a:p>
          <a:p>
            <a:r>
              <a:rPr lang="en-US" sz="2800" dirty="0">
                <a:latin typeface="Calibri" panose="020F0502020204030204" pitchFamily="34" charset="0"/>
                <a:cs typeface="Calibri" panose="020F0502020204030204" pitchFamily="34" charset="0"/>
              </a:rPr>
              <a:t>Other experiments?</a:t>
            </a:r>
          </a:p>
          <a:p>
            <a:pPr marL="0" indent="0">
              <a:buNone/>
            </a:pPr>
            <a:endParaRPr lang="en-US" sz="2800" dirty="0">
              <a:latin typeface="Calibri" panose="020F0502020204030204" pitchFamily="34" charset="0"/>
              <a:cs typeface="Calibri" panose="020F0502020204030204" pitchFamily="34" charset="0"/>
            </a:endParaRPr>
          </a:p>
          <a:p>
            <a:pPr lvl="1"/>
            <a:endParaRPr lang="en-US" sz="3200" dirty="0"/>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p:txBody>
          <a:bodyPr/>
          <a:lstStyle/>
          <a:p>
            <a:pPr>
              <a:defRPr/>
            </a:pPr>
            <a:r>
              <a:rPr lang="it-IT"/>
              <a:t>2024-10-31 SWIP</a:t>
            </a:r>
            <a:endParaRPr lang="en-CA" dirty="0"/>
          </a:p>
        </p:txBody>
      </p:sp>
      <p:sp>
        <p:nvSpPr>
          <p:cNvPr id="2" name="Date Placeholder 1">
            <a:extLst>
              <a:ext uri="{FF2B5EF4-FFF2-40B4-BE49-F238E27FC236}">
                <a16:creationId xmlns:a16="http://schemas.microsoft.com/office/drawing/2014/main" id="{A75E7856-5F1D-4634-C8C9-864D7D5260A1}"/>
              </a:ext>
            </a:extLst>
          </p:cNvPr>
          <p:cNvSpPr>
            <a:spLocks noGrp="1"/>
          </p:cNvSpPr>
          <p:nvPr>
            <p:ph type="dt" sz="half" idx="10"/>
          </p:nvPr>
        </p:nvSpPr>
        <p:spPr/>
        <p:txBody>
          <a:bodyPr/>
          <a:lstStyle/>
          <a:p>
            <a:pPr>
              <a:defRPr/>
            </a:pPr>
            <a:fld id="{6E479A82-87AB-453C-A2A7-D674710FD8A6}"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A6547AB4-7CD2-B1C7-A6BC-68026E9DB141}"/>
              </a:ext>
            </a:extLst>
          </p:cNvPr>
          <p:cNvSpPr>
            <a:spLocks noGrp="1"/>
          </p:cNvSpPr>
          <p:nvPr>
            <p:ph type="sldNum" sz="quarter" idx="12"/>
          </p:nvPr>
        </p:nvSpPr>
        <p:spPr/>
        <p:txBody>
          <a:bodyPr/>
          <a:lstStyle/>
          <a:p>
            <a:pPr>
              <a:defRPr/>
            </a:pPr>
            <a:fld id="{18598880-23BB-4E77-BAE4-1716EE602DAD}" type="slidenum">
              <a:rPr lang="en-CA" smtClean="0"/>
              <a:pPr>
                <a:defRPr/>
              </a:pPr>
              <a:t>47</a:t>
            </a:fld>
            <a:endParaRPr lang="en-CA" dirty="0"/>
          </a:p>
        </p:txBody>
      </p:sp>
    </p:spTree>
    <p:extLst>
      <p:ext uri="{BB962C8B-B14F-4D97-AF65-F5344CB8AC3E}">
        <p14:creationId xmlns:p14="http://schemas.microsoft.com/office/powerpoint/2010/main" val="864291550"/>
      </p:ext>
    </p:extLst>
  </p:cSld>
  <p:clrMapOvr>
    <a:masterClrMapping/>
  </p:clrMapOvr>
  <p:transition>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6A584-8A35-7405-7D79-4554944F5751}"/>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A415A4C7-CF16-0C0D-6249-D067AB9309D7}"/>
              </a:ext>
            </a:extLst>
          </p:cNvPr>
          <p:cNvSpPr>
            <a:spLocks noGrp="1"/>
          </p:cNvSpPr>
          <p:nvPr>
            <p:ph type="title"/>
          </p:nvPr>
        </p:nvSpPr>
        <p:spPr>
          <a:xfrm>
            <a:off x="395536" y="219075"/>
            <a:ext cx="8253163" cy="833661"/>
          </a:xfrm>
        </p:spPr>
        <p:txBody>
          <a:bodyPr anchor="ctr" anchorCtr="0"/>
          <a:lstStyle/>
          <a:p>
            <a:pPr algn="ctr"/>
            <a:r>
              <a:rPr lang="en-US" sz="3600" dirty="0"/>
              <a:t>TJ-II experiments</a:t>
            </a:r>
          </a:p>
        </p:txBody>
      </p:sp>
      <p:sp>
        <p:nvSpPr>
          <p:cNvPr id="6" name="Footer Placeholder 5">
            <a:extLst>
              <a:ext uri="{FF2B5EF4-FFF2-40B4-BE49-F238E27FC236}">
                <a16:creationId xmlns:a16="http://schemas.microsoft.com/office/drawing/2014/main" id="{F030ED4C-97FC-324C-39CE-AF7BC90AC633}"/>
              </a:ext>
            </a:extLst>
          </p:cNvPr>
          <p:cNvSpPr>
            <a:spLocks noGrp="1"/>
          </p:cNvSpPr>
          <p:nvPr>
            <p:ph type="ftr" sz="quarter" idx="11"/>
          </p:nvPr>
        </p:nvSpPr>
        <p:spPr/>
        <p:txBody>
          <a:bodyPr/>
          <a:lstStyle/>
          <a:p>
            <a:pPr>
              <a:defRPr/>
            </a:pPr>
            <a:r>
              <a:rPr lang="it-IT"/>
              <a:t>2024-10-31 SWIP</a:t>
            </a:r>
            <a:endParaRPr lang="en-CA" dirty="0"/>
          </a:p>
        </p:txBody>
      </p:sp>
      <p:sp>
        <p:nvSpPr>
          <p:cNvPr id="7" name="Content Placeholder 3">
            <a:extLst>
              <a:ext uri="{FF2B5EF4-FFF2-40B4-BE49-F238E27FC236}">
                <a16:creationId xmlns:a16="http://schemas.microsoft.com/office/drawing/2014/main" id="{C7481CFA-4E53-88F7-2F97-EE3769C123E4}"/>
              </a:ext>
            </a:extLst>
          </p:cNvPr>
          <p:cNvSpPr txBox="1">
            <a:spLocks/>
          </p:cNvSpPr>
          <p:nvPr/>
        </p:nvSpPr>
        <p:spPr bwMode="auto">
          <a:xfrm>
            <a:off x="179512" y="836713"/>
            <a:ext cx="8964488" cy="56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fontAlgn="base">
              <a:spcBef>
                <a:spcPts val="575"/>
              </a:spcBef>
              <a:spcAft>
                <a:spcPct val="0"/>
              </a:spcAft>
              <a:buClrTx/>
              <a:buSzPct val="85000"/>
              <a:buFont typeface="Wingdings 2" pitchFamily="18" charset="2"/>
              <a:buChar char=""/>
              <a:defRPr sz="2600" kern="1200">
                <a:solidFill>
                  <a:schemeClr val="tx1"/>
                </a:solidFill>
                <a:latin typeface="+mn-lt"/>
                <a:ea typeface="+mn-ea"/>
                <a:cs typeface="+mn-cs"/>
              </a:defRPr>
            </a:lvl1pPr>
            <a:lvl2pPr marL="547688" indent="-228600" algn="l" rtl="0" fontAlgn="base">
              <a:spcBef>
                <a:spcPts val="375"/>
              </a:spcBef>
              <a:spcAft>
                <a:spcPct val="0"/>
              </a:spcAft>
              <a:buClrTx/>
              <a:buSzPct val="85000"/>
              <a:buFont typeface="Wingdings 2" pitchFamily="18" charset="2"/>
              <a:buChar char=""/>
              <a:defRPr sz="2400" kern="1200">
                <a:solidFill>
                  <a:schemeClr val="tx1"/>
                </a:solidFill>
                <a:latin typeface="+mn-lt"/>
                <a:ea typeface="+mn-ea"/>
                <a:cs typeface="+mn-cs"/>
              </a:defRPr>
            </a:lvl2pPr>
            <a:lvl3pPr marL="822325" indent="-228600" algn="l" rtl="0" fontAlgn="base">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fontAlgn="base">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fontAlgn="base">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sz="3200" dirty="0">
                <a:latin typeface="Calibri" panose="020F0502020204030204" pitchFamily="34" charset="0"/>
                <a:ea typeface="Calibri" panose="020F0502020204030204" pitchFamily="34" charset="0"/>
                <a:cs typeface="Calibri" panose="020F0502020204030204" pitchFamily="34" charset="0"/>
              </a:rPr>
              <a:t>TJ-II (stellarators)</a:t>
            </a:r>
          </a:p>
          <a:p>
            <a:pPr lvl="1"/>
            <a:r>
              <a:rPr lang="en-US" sz="3000" dirty="0">
                <a:latin typeface="Calibri" panose="020F0502020204030204" pitchFamily="34" charset="0"/>
                <a:ea typeface="Calibri" panose="020F0502020204030204" pitchFamily="34" charset="0"/>
                <a:cs typeface="Calibri" panose="020F0502020204030204" pitchFamily="34" charset="0"/>
              </a:rPr>
              <a:t>Medium size, well diagnosed device, good machine time accessibility</a:t>
            </a:r>
          </a:p>
          <a:p>
            <a:pPr lvl="1"/>
            <a:r>
              <a:rPr lang="en-US" sz="3000" dirty="0">
                <a:latin typeface="Calibri" panose="020F0502020204030204" pitchFamily="34" charset="0"/>
                <a:ea typeface="Calibri" panose="020F0502020204030204" pitchFamily="34" charset="0"/>
                <a:cs typeface="Calibri" panose="020F0502020204030204" pitchFamily="34" charset="0"/>
              </a:rPr>
              <a:t>Lots of existing data already analyzed by different techniques</a:t>
            </a:r>
          </a:p>
        </p:txBody>
      </p:sp>
      <p:grpSp>
        <p:nvGrpSpPr>
          <p:cNvPr id="19" name="Group 18">
            <a:extLst>
              <a:ext uri="{FF2B5EF4-FFF2-40B4-BE49-F238E27FC236}">
                <a16:creationId xmlns:a16="http://schemas.microsoft.com/office/drawing/2014/main" id="{3D312FE2-B1CA-B5A9-64B2-BDEA4C0AD459}"/>
              </a:ext>
            </a:extLst>
          </p:cNvPr>
          <p:cNvGrpSpPr/>
          <p:nvPr/>
        </p:nvGrpSpPr>
        <p:grpSpPr>
          <a:xfrm>
            <a:off x="1436922" y="3179044"/>
            <a:ext cx="3279095" cy="3213030"/>
            <a:chOff x="1419272" y="3366052"/>
            <a:chExt cx="2952656" cy="3026022"/>
          </a:xfrm>
        </p:grpSpPr>
        <p:pic>
          <p:nvPicPr>
            <p:cNvPr id="8" name="Imagen 7">
              <a:extLst>
                <a:ext uri="{FF2B5EF4-FFF2-40B4-BE49-F238E27FC236}">
                  <a16:creationId xmlns:a16="http://schemas.microsoft.com/office/drawing/2014/main" id="{C594056D-6AC0-87C6-69E1-11B5D4FDB393}"/>
                </a:ext>
              </a:extLst>
            </p:cNvPr>
            <p:cNvPicPr>
              <a:picLocks noChangeAspect="1"/>
            </p:cNvPicPr>
            <p:nvPr/>
          </p:nvPicPr>
          <p:blipFill>
            <a:blip r:embed="rId3"/>
            <a:stretch>
              <a:fillRect/>
            </a:stretch>
          </p:blipFill>
          <p:spPr>
            <a:xfrm>
              <a:off x="1419272" y="3366052"/>
              <a:ext cx="2952656" cy="3026022"/>
            </a:xfrm>
            <a:prstGeom prst="rect">
              <a:avLst/>
            </a:prstGeom>
          </p:spPr>
        </p:pic>
        <p:cxnSp>
          <p:nvCxnSpPr>
            <p:cNvPr id="10" name="Straight Connector 9">
              <a:extLst>
                <a:ext uri="{FF2B5EF4-FFF2-40B4-BE49-F238E27FC236}">
                  <a16:creationId xmlns:a16="http://schemas.microsoft.com/office/drawing/2014/main" id="{4253A2F5-4A9D-B973-47ED-4A6CA1F06A87}"/>
                </a:ext>
              </a:extLst>
            </p:cNvPr>
            <p:cNvCxnSpPr>
              <a:cxnSpLocks/>
            </p:cNvCxnSpPr>
            <p:nvPr/>
          </p:nvCxnSpPr>
          <p:spPr>
            <a:xfrm>
              <a:off x="2556422" y="4230381"/>
              <a:ext cx="0" cy="29805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A6FB704-8625-6D48-8CBD-A5A7C08E4492}"/>
                </a:ext>
              </a:extLst>
            </p:cNvPr>
            <p:cNvSpPr txBox="1"/>
            <p:nvPr/>
          </p:nvSpPr>
          <p:spPr>
            <a:xfrm>
              <a:off x="1648669" y="3769341"/>
              <a:ext cx="1140633" cy="369332"/>
            </a:xfrm>
            <a:prstGeom prst="rect">
              <a:avLst/>
            </a:prstGeom>
            <a:solidFill>
              <a:schemeClr val="bg2">
                <a:lumMod val="40000"/>
                <a:lumOff val="60000"/>
              </a:schemeClr>
            </a:solidFill>
          </p:spPr>
          <p:txBody>
            <a:bodyPr wrap="none" rtlCol="0">
              <a:spAutoFit/>
            </a:bodyPr>
            <a:lstStyle/>
            <a:p>
              <a:r>
                <a:rPr lang="en-US" dirty="0"/>
                <a:t>Top D-port</a:t>
              </a:r>
              <a:endParaRPr lang="en-CA" dirty="0"/>
            </a:p>
          </p:txBody>
        </p:sp>
      </p:grpSp>
      <p:pic>
        <p:nvPicPr>
          <p:cNvPr id="11" name="Picture 10">
            <a:extLst>
              <a:ext uri="{FF2B5EF4-FFF2-40B4-BE49-F238E27FC236}">
                <a16:creationId xmlns:a16="http://schemas.microsoft.com/office/drawing/2014/main" id="{DD253C1D-2459-A6CE-2DB9-E343EB0DE7C6}"/>
              </a:ext>
            </a:extLst>
          </p:cNvPr>
          <p:cNvPicPr>
            <a:picLocks noChangeAspect="1"/>
          </p:cNvPicPr>
          <p:nvPr/>
        </p:nvPicPr>
        <p:blipFill rotWithShape="1">
          <a:blip r:embed="rId4"/>
          <a:srcRect l="62069" t="6437" r="4079" b="10281"/>
          <a:stretch/>
        </p:blipFill>
        <p:spPr>
          <a:xfrm>
            <a:off x="5580111" y="2987014"/>
            <a:ext cx="1872207" cy="3380373"/>
          </a:xfrm>
          <a:prstGeom prst="rect">
            <a:avLst/>
          </a:prstGeom>
        </p:spPr>
      </p:pic>
      <p:sp>
        <p:nvSpPr>
          <p:cNvPr id="2" name="Date Placeholder 1">
            <a:extLst>
              <a:ext uri="{FF2B5EF4-FFF2-40B4-BE49-F238E27FC236}">
                <a16:creationId xmlns:a16="http://schemas.microsoft.com/office/drawing/2014/main" id="{39D10FFA-E485-CBDE-D215-92CE9E5D0B81}"/>
              </a:ext>
            </a:extLst>
          </p:cNvPr>
          <p:cNvSpPr>
            <a:spLocks noGrp="1"/>
          </p:cNvSpPr>
          <p:nvPr>
            <p:ph type="dt" sz="half" idx="10"/>
          </p:nvPr>
        </p:nvSpPr>
        <p:spPr/>
        <p:txBody>
          <a:bodyPr/>
          <a:lstStyle/>
          <a:p>
            <a:pPr>
              <a:defRPr/>
            </a:pPr>
            <a:fld id="{4D9DD92C-B14B-4965-B7BD-3F70C7392FBB}"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46736D3A-68BA-13D6-1081-B7956F818226}"/>
              </a:ext>
            </a:extLst>
          </p:cNvPr>
          <p:cNvSpPr>
            <a:spLocks noGrp="1"/>
          </p:cNvSpPr>
          <p:nvPr>
            <p:ph type="sldNum" sz="quarter" idx="12"/>
          </p:nvPr>
        </p:nvSpPr>
        <p:spPr/>
        <p:txBody>
          <a:bodyPr/>
          <a:lstStyle/>
          <a:p>
            <a:pPr>
              <a:defRPr/>
            </a:pPr>
            <a:fld id="{18598880-23BB-4E77-BAE4-1716EE602DAD}" type="slidenum">
              <a:rPr lang="en-CA" smtClean="0"/>
              <a:pPr>
                <a:defRPr/>
              </a:pPr>
              <a:t>48</a:t>
            </a:fld>
            <a:endParaRPr lang="en-CA" dirty="0"/>
          </a:p>
        </p:txBody>
      </p:sp>
    </p:spTree>
    <p:extLst>
      <p:ext uri="{BB962C8B-B14F-4D97-AF65-F5344CB8AC3E}">
        <p14:creationId xmlns:p14="http://schemas.microsoft.com/office/powerpoint/2010/main" val="3990606590"/>
      </p:ext>
    </p:extLst>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5F706-7FFA-1346-5FBA-CFB4F4BD32B5}"/>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D9D9FF2C-E5C4-1D07-DBD8-024E7950CF44}"/>
              </a:ext>
            </a:extLst>
          </p:cNvPr>
          <p:cNvSpPr>
            <a:spLocks noGrp="1"/>
          </p:cNvSpPr>
          <p:nvPr>
            <p:ph type="title"/>
          </p:nvPr>
        </p:nvSpPr>
        <p:spPr>
          <a:xfrm>
            <a:off x="395536" y="219075"/>
            <a:ext cx="8253163" cy="833661"/>
          </a:xfrm>
        </p:spPr>
        <p:txBody>
          <a:bodyPr anchor="ctr" anchorCtr="0"/>
          <a:lstStyle/>
          <a:p>
            <a:pPr algn="ctr"/>
            <a:r>
              <a:rPr lang="en-US" sz="3600" dirty="0"/>
              <a:t>Experiments on TJ-II</a:t>
            </a:r>
          </a:p>
        </p:txBody>
      </p:sp>
      <p:sp>
        <p:nvSpPr>
          <p:cNvPr id="6" name="Footer Placeholder 5">
            <a:extLst>
              <a:ext uri="{FF2B5EF4-FFF2-40B4-BE49-F238E27FC236}">
                <a16:creationId xmlns:a16="http://schemas.microsoft.com/office/drawing/2014/main" id="{9BB42722-A18A-3AEB-9DE3-99B691452517}"/>
              </a:ext>
            </a:extLst>
          </p:cNvPr>
          <p:cNvSpPr>
            <a:spLocks noGrp="1"/>
          </p:cNvSpPr>
          <p:nvPr>
            <p:ph type="ftr" sz="quarter" idx="11"/>
          </p:nvPr>
        </p:nvSpPr>
        <p:spPr/>
        <p:txBody>
          <a:bodyPr/>
          <a:lstStyle/>
          <a:p>
            <a:pPr>
              <a:defRPr/>
            </a:pPr>
            <a:r>
              <a:rPr lang="it-IT"/>
              <a:t>2024-10-31 SWIP</a:t>
            </a:r>
            <a:endParaRPr lang="en-CA" dirty="0"/>
          </a:p>
        </p:txBody>
      </p:sp>
      <p:sp>
        <p:nvSpPr>
          <p:cNvPr id="4" name="Content Placeholder 3">
            <a:extLst>
              <a:ext uri="{FF2B5EF4-FFF2-40B4-BE49-F238E27FC236}">
                <a16:creationId xmlns:a16="http://schemas.microsoft.com/office/drawing/2014/main" id="{73634BC9-C91C-5FF4-C73F-D6B84D8206D3}"/>
              </a:ext>
            </a:extLst>
          </p:cNvPr>
          <p:cNvSpPr txBox="1">
            <a:spLocks/>
          </p:cNvSpPr>
          <p:nvPr/>
        </p:nvSpPr>
        <p:spPr bwMode="auto">
          <a:xfrm>
            <a:off x="755576" y="1047436"/>
            <a:ext cx="7787933" cy="5157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fontAlgn="base">
              <a:spcBef>
                <a:spcPts val="575"/>
              </a:spcBef>
              <a:spcAft>
                <a:spcPct val="0"/>
              </a:spcAft>
              <a:buClrTx/>
              <a:buSzPct val="85000"/>
              <a:buFont typeface="Wingdings 2" pitchFamily="18" charset="2"/>
              <a:buChar char=""/>
              <a:defRPr sz="2600" kern="1200">
                <a:solidFill>
                  <a:schemeClr val="tx1"/>
                </a:solidFill>
                <a:latin typeface="+mn-lt"/>
                <a:ea typeface="+mn-ea"/>
                <a:cs typeface="+mn-cs"/>
              </a:defRPr>
            </a:lvl1pPr>
            <a:lvl2pPr marL="547688" indent="-228600" algn="l" rtl="0" fontAlgn="base">
              <a:spcBef>
                <a:spcPts val="375"/>
              </a:spcBef>
              <a:spcAft>
                <a:spcPct val="0"/>
              </a:spcAft>
              <a:buClrTx/>
              <a:buSzPct val="85000"/>
              <a:buFont typeface="Wingdings 2" pitchFamily="18" charset="2"/>
              <a:buChar char=""/>
              <a:defRPr sz="2400" kern="1200">
                <a:solidFill>
                  <a:schemeClr val="tx1"/>
                </a:solidFill>
                <a:latin typeface="+mn-lt"/>
                <a:ea typeface="+mn-ea"/>
                <a:cs typeface="+mn-cs"/>
              </a:defRPr>
            </a:lvl2pPr>
            <a:lvl3pPr marL="822325" indent="-228600" algn="l" rtl="0" fontAlgn="base">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fontAlgn="base">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fontAlgn="base">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sz="3200" dirty="0"/>
              <a:t>Continuous bipolar pulsed electrode biasing </a:t>
            </a:r>
          </a:p>
          <a:p>
            <a:pPr marL="0" indent="0">
              <a:buNone/>
            </a:pPr>
            <a:r>
              <a:rPr lang="en-US" sz="3200" dirty="0"/>
              <a:t>    (-350 V, 0, +150V, 10 </a:t>
            </a:r>
            <a:r>
              <a:rPr lang="en-US" sz="3200" dirty="0" err="1"/>
              <a:t>ms</a:t>
            </a:r>
            <a:r>
              <a:rPr lang="en-US" sz="3200" dirty="0"/>
              <a:t> each voltage)</a:t>
            </a:r>
          </a:p>
          <a:p>
            <a:r>
              <a:rPr lang="en-US" sz="3200" dirty="0"/>
              <a:t>Constant DC voltages </a:t>
            </a:r>
          </a:p>
          <a:p>
            <a:r>
              <a:rPr lang="en-US" sz="3200" dirty="0"/>
              <a:t>Stationary rake probe (top D port) with flux measurement on the tip</a:t>
            </a:r>
          </a:p>
          <a:p>
            <a:r>
              <a:rPr lang="en-US" sz="3200" dirty="0"/>
              <a:t>ECRH and NBI heated plasma</a:t>
            </a:r>
          </a:p>
          <a:p>
            <a:r>
              <a:rPr lang="en-US" sz="3200" dirty="0"/>
              <a:t>Data obtained</a:t>
            </a:r>
          </a:p>
        </p:txBody>
      </p:sp>
      <p:sp>
        <p:nvSpPr>
          <p:cNvPr id="2" name="Date Placeholder 1">
            <a:extLst>
              <a:ext uri="{FF2B5EF4-FFF2-40B4-BE49-F238E27FC236}">
                <a16:creationId xmlns:a16="http://schemas.microsoft.com/office/drawing/2014/main" id="{080C322B-3C5E-8CA8-2A83-447D5213DC04}"/>
              </a:ext>
            </a:extLst>
          </p:cNvPr>
          <p:cNvSpPr>
            <a:spLocks noGrp="1"/>
          </p:cNvSpPr>
          <p:nvPr>
            <p:ph type="dt" sz="half" idx="10"/>
          </p:nvPr>
        </p:nvSpPr>
        <p:spPr/>
        <p:txBody>
          <a:bodyPr/>
          <a:lstStyle/>
          <a:p>
            <a:pPr>
              <a:defRPr/>
            </a:pPr>
            <a:fld id="{A71DD31E-3F99-4C2E-AF01-C0377C632187}"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69FC5B54-171C-EAAA-92C0-DB81DA1B52C6}"/>
              </a:ext>
            </a:extLst>
          </p:cNvPr>
          <p:cNvSpPr>
            <a:spLocks noGrp="1"/>
          </p:cNvSpPr>
          <p:nvPr>
            <p:ph type="sldNum" sz="quarter" idx="12"/>
          </p:nvPr>
        </p:nvSpPr>
        <p:spPr/>
        <p:txBody>
          <a:bodyPr/>
          <a:lstStyle/>
          <a:p>
            <a:pPr>
              <a:defRPr/>
            </a:pPr>
            <a:fld id="{18598880-23BB-4E77-BAE4-1716EE602DAD}" type="slidenum">
              <a:rPr lang="en-CA" smtClean="0"/>
              <a:pPr>
                <a:defRPr/>
              </a:pPr>
              <a:t>49</a:t>
            </a:fld>
            <a:endParaRPr lang="en-CA" dirty="0"/>
          </a:p>
        </p:txBody>
      </p:sp>
    </p:spTree>
    <p:extLst>
      <p:ext uri="{BB962C8B-B14F-4D97-AF65-F5344CB8AC3E}">
        <p14:creationId xmlns:p14="http://schemas.microsoft.com/office/powerpoint/2010/main" val="1024564642"/>
      </p:ext>
    </p:extLst>
  </p:cSld>
  <p:clrMapOvr>
    <a:masterClrMapping/>
  </p:clrMapOvr>
  <p:transition>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5F706-7FFA-1346-5FBA-CFB4F4BD32B5}"/>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D9D9FF2C-E5C4-1D07-DBD8-024E7950CF44}"/>
              </a:ext>
            </a:extLst>
          </p:cNvPr>
          <p:cNvSpPr>
            <a:spLocks noGrp="1"/>
          </p:cNvSpPr>
          <p:nvPr>
            <p:ph type="title"/>
          </p:nvPr>
        </p:nvSpPr>
        <p:spPr>
          <a:xfrm>
            <a:off x="395536" y="219075"/>
            <a:ext cx="8253163" cy="833661"/>
          </a:xfrm>
        </p:spPr>
        <p:txBody>
          <a:bodyPr anchor="ctr" anchorCtr="0"/>
          <a:lstStyle/>
          <a:p>
            <a:pPr algn="ctr"/>
            <a:r>
              <a:rPr lang="en-US" sz="3600" dirty="0"/>
              <a:t>Experiments on TJ-II</a:t>
            </a:r>
          </a:p>
        </p:txBody>
      </p:sp>
      <p:sp>
        <p:nvSpPr>
          <p:cNvPr id="6" name="Footer Placeholder 5">
            <a:extLst>
              <a:ext uri="{FF2B5EF4-FFF2-40B4-BE49-F238E27FC236}">
                <a16:creationId xmlns:a16="http://schemas.microsoft.com/office/drawing/2014/main" id="{9BB42722-A18A-3AEB-9DE3-99B691452517}"/>
              </a:ext>
            </a:extLst>
          </p:cNvPr>
          <p:cNvSpPr>
            <a:spLocks noGrp="1"/>
          </p:cNvSpPr>
          <p:nvPr>
            <p:ph type="ftr" sz="quarter" idx="11"/>
          </p:nvPr>
        </p:nvSpPr>
        <p:spPr/>
        <p:txBody>
          <a:bodyPr/>
          <a:lstStyle/>
          <a:p>
            <a:pPr>
              <a:defRPr/>
            </a:pPr>
            <a:r>
              <a:rPr lang="it-IT"/>
              <a:t>2024-10-31 SWIP</a:t>
            </a:r>
            <a:endParaRPr lang="en-CA" dirty="0"/>
          </a:p>
        </p:txBody>
      </p:sp>
      <p:sp>
        <p:nvSpPr>
          <p:cNvPr id="4" name="Content Placeholder 3">
            <a:extLst>
              <a:ext uri="{FF2B5EF4-FFF2-40B4-BE49-F238E27FC236}">
                <a16:creationId xmlns:a16="http://schemas.microsoft.com/office/drawing/2014/main" id="{73634BC9-C91C-5FF4-C73F-D6B84D8206D3}"/>
              </a:ext>
            </a:extLst>
          </p:cNvPr>
          <p:cNvSpPr txBox="1">
            <a:spLocks/>
          </p:cNvSpPr>
          <p:nvPr/>
        </p:nvSpPr>
        <p:spPr bwMode="auto">
          <a:xfrm>
            <a:off x="755576" y="1047436"/>
            <a:ext cx="7787933" cy="5157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fontAlgn="base">
              <a:spcBef>
                <a:spcPts val="575"/>
              </a:spcBef>
              <a:spcAft>
                <a:spcPct val="0"/>
              </a:spcAft>
              <a:buClrTx/>
              <a:buSzPct val="85000"/>
              <a:buFont typeface="Wingdings 2" pitchFamily="18" charset="2"/>
              <a:buChar char=""/>
              <a:defRPr sz="2600" kern="1200">
                <a:solidFill>
                  <a:schemeClr val="tx1"/>
                </a:solidFill>
                <a:latin typeface="+mn-lt"/>
                <a:ea typeface="+mn-ea"/>
                <a:cs typeface="+mn-cs"/>
              </a:defRPr>
            </a:lvl1pPr>
            <a:lvl2pPr marL="547688" indent="-228600" algn="l" rtl="0" fontAlgn="base">
              <a:spcBef>
                <a:spcPts val="375"/>
              </a:spcBef>
              <a:spcAft>
                <a:spcPct val="0"/>
              </a:spcAft>
              <a:buClrTx/>
              <a:buSzPct val="85000"/>
              <a:buFont typeface="Wingdings 2" pitchFamily="18" charset="2"/>
              <a:buChar char=""/>
              <a:defRPr sz="2400" kern="1200">
                <a:solidFill>
                  <a:schemeClr val="tx1"/>
                </a:solidFill>
                <a:latin typeface="+mn-lt"/>
                <a:ea typeface="+mn-ea"/>
                <a:cs typeface="+mn-cs"/>
              </a:defRPr>
            </a:lvl2pPr>
            <a:lvl3pPr marL="822325" indent="-228600" algn="l" rtl="0" fontAlgn="base">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fontAlgn="base">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fontAlgn="base">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sz="3200" dirty="0">
                <a:latin typeface="Calibri" panose="020F0502020204030204" pitchFamily="34" charset="0"/>
                <a:ea typeface="Calibri" panose="020F0502020204030204" pitchFamily="34" charset="0"/>
                <a:cs typeface="Calibri" panose="020F0502020204030204" pitchFamily="34" charset="0"/>
              </a:rPr>
              <a:t>Other spatially resolved fluctuation data can be downloaded as well</a:t>
            </a:r>
          </a:p>
          <a:p>
            <a:pPr marL="898525" lvl="1" indent="-579438"/>
            <a:r>
              <a:rPr lang="en-US" sz="3000" dirty="0">
                <a:latin typeface="Calibri" panose="020F0502020204030204" pitchFamily="34" charset="0"/>
                <a:ea typeface="Calibri" panose="020F0502020204030204" pitchFamily="34" charset="0"/>
                <a:cs typeface="Calibri" panose="020F0502020204030204" pitchFamily="34" charset="0"/>
              </a:rPr>
              <a:t>ECE (temperature)</a:t>
            </a:r>
          </a:p>
          <a:p>
            <a:pPr marL="898525" lvl="1" indent="-579438"/>
            <a:r>
              <a:rPr lang="en-US" sz="3000" dirty="0">
                <a:latin typeface="Calibri" panose="020F0502020204030204" pitchFamily="34" charset="0"/>
                <a:ea typeface="Calibri" panose="020F0502020204030204" pitchFamily="34" charset="0"/>
                <a:cs typeface="Calibri" panose="020F0502020204030204" pitchFamily="34" charset="0"/>
              </a:rPr>
              <a:t>HIBP (Potential, temperature)</a:t>
            </a:r>
          </a:p>
          <a:p>
            <a:pPr marL="898525" lvl="1" indent="-579438"/>
            <a:r>
              <a:rPr lang="en-US" sz="3000" dirty="0">
                <a:latin typeface="Calibri" panose="020F0502020204030204" pitchFamily="34" charset="0"/>
                <a:ea typeface="Calibri" panose="020F0502020204030204" pitchFamily="34" charset="0"/>
                <a:cs typeface="Calibri" panose="020F0502020204030204" pitchFamily="34" charset="0"/>
              </a:rPr>
              <a:t>Magnetic probes</a:t>
            </a:r>
          </a:p>
        </p:txBody>
      </p:sp>
      <p:sp>
        <p:nvSpPr>
          <p:cNvPr id="2" name="Date Placeholder 1">
            <a:extLst>
              <a:ext uri="{FF2B5EF4-FFF2-40B4-BE49-F238E27FC236}">
                <a16:creationId xmlns:a16="http://schemas.microsoft.com/office/drawing/2014/main" id="{1576496A-1DD3-2DCC-2924-5A37ECABC2BD}"/>
              </a:ext>
            </a:extLst>
          </p:cNvPr>
          <p:cNvSpPr>
            <a:spLocks noGrp="1"/>
          </p:cNvSpPr>
          <p:nvPr>
            <p:ph type="dt" sz="half" idx="10"/>
          </p:nvPr>
        </p:nvSpPr>
        <p:spPr/>
        <p:txBody>
          <a:bodyPr/>
          <a:lstStyle/>
          <a:p>
            <a:pPr>
              <a:defRPr/>
            </a:pPr>
            <a:fld id="{0202E615-0916-4517-AA12-2E20C5457728}"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F399F650-27F9-5860-4592-6AD7714C536E}"/>
              </a:ext>
            </a:extLst>
          </p:cNvPr>
          <p:cNvSpPr>
            <a:spLocks noGrp="1"/>
          </p:cNvSpPr>
          <p:nvPr>
            <p:ph type="sldNum" sz="quarter" idx="12"/>
          </p:nvPr>
        </p:nvSpPr>
        <p:spPr/>
        <p:txBody>
          <a:bodyPr/>
          <a:lstStyle/>
          <a:p>
            <a:pPr>
              <a:defRPr/>
            </a:pPr>
            <a:fld id="{18598880-23BB-4E77-BAE4-1716EE602DAD}" type="slidenum">
              <a:rPr lang="en-CA" smtClean="0"/>
              <a:pPr>
                <a:defRPr/>
              </a:pPr>
              <a:t>50</a:t>
            </a:fld>
            <a:endParaRPr lang="en-CA" dirty="0"/>
          </a:p>
        </p:txBody>
      </p:sp>
    </p:spTree>
    <p:extLst>
      <p:ext uri="{BB962C8B-B14F-4D97-AF65-F5344CB8AC3E}">
        <p14:creationId xmlns:p14="http://schemas.microsoft.com/office/powerpoint/2010/main" val="3073477124"/>
      </p:ext>
    </p:extLst>
  </p:cSld>
  <p:clrMapOvr>
    <a:masterClrMapping/>
  </p:clrMapOvr>
  <p:transition>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45234" y="219075"/>
            <a:ext cx="7803465" cy="833661"/>
          </a:xfrm>
        </p:spPr>
        <p:txBody>
          <a:bodyPr anchor="ctr" anchorCtr="0"/>
          <a:lstStyle/>
          <a:p>
            <a:pPr algn="ctr"/>
            <a:r>
              <a:rPr lang="en-US" dirty="0">
                <a:solidFill>
                  <a:schemeClr val="tx1"/>
                </a:solidFill>
              </a:rPr>
              <a:t>Outline</a:t>
            </a:r>
            <a:endParaRPr lang="en-CA" dirty="0">
              <a:solidFill>
                <a:schemeClr val="tx1"/>
              </a:solidFill>
            </a:endParaRPr>
          </a:p>
        </p:txBody>
      </p:sp>
      <p:sp>
        <p:nvSpPr>
          <p:cNvPr id="9220" name="Content Placeholder 3"/>
          <p:cNvSpPr>
            <a:spLocks noGrp="1"/>
          </p:cNvSpPr>
          <p:nvPr>
            <p:ph sz="quarter" idx="1"/>
          </p:nvPr>
        </p:nvSpPr>
        <p:spPr>
          <a:xfrm>
            <a:off x="395536" y="1196752"/>
            <a:ext cx="8469915" cy="5301580"/>
          </a:xfrm>
          <a:noFill/>
        </p:spPr>
        <p:txBody>
          <a:bodyPr/>
          <a:lstStyle/>
          <a:p>
            <a:r>
              <a:rPr lang="en-US" sz="2800" dirty="0">
                <a:latin typeface="Calibri" panose="020F0502020204030204" pitchFamily="34" charset="0"/>
                <a:cs typeface="Calibri" panose="020F0502020204030204" pitchFamily="34" charset="0"/>
              </a:rPr>
              <a:t>Transport and anomalous transport</a:t>
            </a:r>
          </a:p>
          <a:p>
            <a:r>
              <a:rPr lang="en-US" sz="2800" dirty="0">
                <a:latin typeface="Calibri" panose="020F0502020204030204" pitchFamily="34" charset="0"/>
                <a:cs typeface="Calibri" panose="020F0502020204030204" pitchFamily="34" charset="0"/>
              </a:rPr>
              <a:t>Biasing experiment in STOR-M</a:t>
            </a:r>
          </a:p>
          <a:p>
            <a:r>
              <a:rPr lang="en-US" sz="2800" dirty="0">
                <a:latin typeface="Calibri" panose="020F0502020204030204" pitchFamily="34" charset="0"/>
                <a:cs typeface="Calibri" panose="020F0502020204030204" pitchFamily="34" charset="0"/>
              </a:rPr>
              <a:t>Conventional signal analyses (examples from STOR-M)</a:t>
            </a:r>
          </a:p>
          <a:p>
            <a:r>
              <a:rPr lang="en-US" sz="2800" dirty="0">
                <a:latin typeface="Calibri" panose="020F0502020204030204" pitchFamily="34" charset="0"/>
                <a:cs typeface="Calibri" panose="020F0502020204030204" pitchFamily="34" charset="0"/>
              </a:rPr>
              <a:t>Nonlinear signal analyses</a:t>
            </a:r>
          </a:p>
          <a:p>
            <a:pPr lvl="1"/>
            <a:r>
              <a:rPr lang="en-US" sz="2600" dirty="0">
                <a:latin typeface="Calibri" panose="020F0502020204030204" pitchFamily="34" charset="0"/>
                <a:cs typeface="Calibri" panose="020F0502020204030204" pitchFamily="34" charset="0"/>
              </a:rPr>
              <a:t>Algorithm </a:t>
            </a:r>
          </a:p>
          <a:p>
            <a:pPr lvl="1"/>
            <a:r>
              <a:rPr lang="en-US" sz="2600" dirty="0">
                <a:latin typeface="Calibri" panose="020F0502020204030204" pitchFamily="34" charset="0"/>
                <a:cs typeface="Calibri" panose="020F0502020204030204" pitchFamily="34" charset="0"/>
              </a:rPr>
              <a:t>Numerical Validation</a:t>
            </a:r>
          </a:p>
          <a:p>
            <a:pPr lvl="1"/>
            <a:r>
              <a:rPr lang="en-US" sz="2600" dirty="0">
                <a:latin typeface="Calibri" panose="020F0502020204030204" pitchFamily="34" charset="0"/>
                <a:cs typeface="Calibri" panose="020F0502020204030204" pitchFamily="34" charset="0"/>
              </a:rPr>
              <a:t>experiments on STOR-M </a:t>
            </a:r>
          </a:p>
          <a:p>
            <a:r>
              <a:rPr lang="en-US" sz="2800" dirty="0">
                <a:latin typeface="Calibri" panose="020F0502020204030204" pitchFamily="34" charset="0"/>
                <a:cs typeface="Calibri" panose="020F0502020204030204" pitchFamily="34" charset="0"/>
              </a:rPr>
              <a:t>Experiments on TJ-II</a:t>
            </a:r>
          </a:p>
          <a:p>
            <a:r>
              <a:rPr lang="en-US" sz="2800" dirty="0">
                <a:highlight>
                  <a:srgbClr val="FFFF00"/>
                </a:highlight>
                <a:latin typeface="Calibri" panose="020F0502020204030204" pitchFamily="34" charset="0"/>
                <a:cs typeface="Calibri" panose="020F0502020204030204" pitchFamily="34" charset="0"/>
              </a:rPr>
              <a:t>Experiments on EAST</a:t>
            </a:r>
          </a:p>
          <a:p>
            <a:r>
              <a:rPr lang="en-US" sz="2800" dirty="0">
                <a:latin typeface="Calibri" panose="020F0502020204030204" pitchFamily="34" charset="0"/>
                <a:cs typeface="Calibri" panose="020F0502020204030204" pitchFamily="34" charset="0"/>
              </a:rPr>
              <a:t>Other experiments?</a:t>
            </a:r>
          </a:p>
          <a:p>
            <a:pPr marL="0" indent="0">
              <a:buNone/>
            </a:pPr>
            <a:endParaRPr lang="en-US" sz="2800" dirty="0">
              <a:highlight>
                <a:srgbClr val="FFFF00"/>
              </a:highlight>
              <a:latin typeface="Calibri" panose="020F0502020204030204" pitchFamily="34" charset="0"/>
              <a:cs typeface="Calibri" panose="020F0502020204030204" pitchFamily="34" charset="0"/>
            </a:endParaRPr>
          </a:p>
          <a:p>
            <a:pPr lvl="1"/>
            <a:endParaRPr lang="en-US" sz="3200" dirty="0"/>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p:txBody>
          <a:bodyPr/>
          <a:lstStyle/>
          <a:p>
            <a:pPr>
              <a:defRPr/>
            </a:pPr>
            <a:r>
              <a:rPr lang="it-IT"/>
              <a:t>2024-10-31 SWIP</a:t>
            </a:r>
            <a:endParaRPr lang="en-CA" dirty="0"/>
          </a:p>
        </p:txBody>
      </p:sp>
      <p:sp>
        <p:nvSpPr>
          <p:cNvPr id="2" name="Date Placeholder 1">
            <a:extLst>
              <a:ext uri="{FF2B5EF4-FFF2-40B4-BE49-F238E27FC236}">
                <a16:creationId xmlns:a16="http://schemas.microsoft.com/office/drawing/2014/main" id="{96848F4A-1868-9A7B-53BD-6E198D97AECA}"/>
              </a:ext>
            </a:extLst>
          </p:cNvPr>
          <p:cNvSpPr>
            <a:spLocks noGrp="1"/>
          </p:cNvSpPr>
          <p:nvPr>
            <p:ph type="dt" sz="half" idx="10"/>
          </p:nvPr>
        </p:nvSpPr>
        <p:spPr/>
        <p:txBody>
          <a:bodyPr/>
          <a:lstStyle/>
          <a:p>
            <a:pPr>
              <a:defRPr/>
            </a:pPr>
            <a:fld id="{623B6804-4F13-4BF6-8C7A-28629D879979}"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E0F86206-EF8C-D684-735B-59B52A1A7D84}"/>
              </a:ext>
            </a:extLst>
          </p:cNvPr>
          <p:cNvSpPr>
            <a:spLocks noGrp="1"/>
          </p:cNvSpPr>
          <p:nvPr>
            <p:ph type="sldNum" sz="quarter" idx="12"/>
          </p:nvPr>
        </p:nvSpPr>
        <p:spPr/>
        <p:txBody>
          <a:bodyPr/>
          <a:lstStyle/>
          <a:p>
            <a:pPr>
              <a:defRPr/>
            </a:pPr>
            <a:fld id="{18598880-23BB-4E77-BAE4-1716EE602DAD}" type="slidenum">
              <a:rPr lang="en-CA" smtClean="0"/>
              <a:pPr>
                <a:defRPr/>
              </a:pPr>
              <a:t>51</a:t>
            </a:fld>
            <a:endParaRPr lang="en-CA" dirty="0"/>
          </a:p>
        </p:txBody>
      </p:sp>
    </p:spTree>
    <p:extLst>
      <p:ext uri="{BB962C8B-B14F-4D97-AF65-F5344CB8AC3E}">
        <p14:creationId xmlns:p14="http://schemas.microsoft.com/office/powerpoint/2010/main" val="1381175264"/>
      </p:ext>
    </p:extLst>
  </p:cSld>
  <p:clrMapOvr>
    <a:masterClrMapping/>
  </p:clrMapOvr>
  <p:transition>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5F706-7FFA-1346-5FBA-CFB4F4BD32B5}"/>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D9D9FF2C-E5C4-1D07-DBD8-024E7950CF44}"/>
              </a:ext>
            </a:extLst>
          </p:cNvPr>
          <p:cNvSpPr>
            <a:spLocks noGrp="1"/>
          </p:cNvSpPr>
          <p:nvPr>
            <p:ph type="title"/>
          </p:nvPr>
        </p:nvSpPr>
        <p:spPr>
          <a:xfrm>
            <a:off x="395536" y="219075"/>
            <a:ext cx="8253163" cy="833661"/>
          </a:xfrm>
        </p:spPr>
        <p:txBody>
          <a:bodyPr anchor="ctr" anchorCtr="0"/>
          <a:lstStyle/>
          <a:p>
            <a:pPr algn="ctr"/>
            <a:r>
              <a:rPr lang="en-US" sz="3600" dirty="0"/>
              <a:t>EAST Experiments</a:t>
            </a:r>
          </a:p>
        </p:txBody>
      </p:sp>
      <p:sp>
        <p:nvSpPr>
          <p:cNvPr id="6" name="Footer Placeholder 5">
            <a:extLst>
              <a:ext uri="{FF2B5EF4-FFF2-40B4-BE49-F238E27FC236}">
                <a16:creationId xmlns:a16="http://schemas.microsoft.com/office/drawing/2014/main" id="{9BB42722-A18A-3AEB-9DE3-99B691452517}"/>
              </a:ext>
            </a:extLst>
          </p:cNvPr>
          <p:cNvSpPr>
            <a:spLocks noGrp="1"/>
          </p:cNvSpPr>
          <p:nvPr>
            <p:ph type="ftr" sz="quarter" idx="11"/>
          </p:nvPr>
        </p:nvSpPr>
        <p:spPr/>
        <p:txBody>
          <a:bodyPr/>
          <a:lstStyle/>
          <a:p>
            <a:pPr>
              <a:defRPr/>
            </a:pPr>
            <a:r>
              <a:rPr lang="it-IT"/>
              <a:t>2024-10-31 SWIP</a:t>
            </a:r>
            <a:endParaRPr lang="en-CA" dirty="0"/>
          </a:p>
        </p:txBody>
      </p:sp>
      <p:sp>
        <p:nvSpPr>
          <p:cNvPr id="4" name="Content Placeholder 3">
            <a:extLst>
              <a:ext uri="{FF2B5EF4-FFF2-40B4-BE49-F238E27FC236}">
                <a16:creationId xmlns:a16="http://schemas.microsoft.com/office/drawing/2014/main" id="{73634BC9-C91C-5FF4-C73F-D6B84D8206D3}"/>
              </a:ext>
            </a:extLst>
          </p:cNvPr>
          <p:cNvSpPr txBox="1">
            <a:spLocks/>
          </p:cNvSpPr>
          <p:nvPr/>
        </p:nvSpPr>
        <p:spPr bwMode="auto">
          <a:xfrm>
            <a:off x="495301" y="764704"/>
            <a:ext cx="7787933" cy="5157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fontAlgn="base">
              <a:spcBef>
                <a:spcPts val="575"/>
              </a:spcBef>
              <a:spcAft>
                <a:spcPct val="0"/>
              </a:spcAft>
              <a:buClrTx/>
              <a:buSzPct val="85000"/>
              <a:buFont typeface="Wingdings 2" pitchFamily="18" charset="2"/>
              <a:buChar char=""/>
              <a:defRPr sz="2600" kern="1200">
                <a:solidFill>
                  <a:schemeClr val="tx1"/>
                </a:solidFill>
                <a:latin typeface="+mn-lt"/>
                <a:ea typeface="+mn-ea"/>
                <a:cs typeface="+mn-cs"/>
              </a:defRPr>
            </a:lvl1pPr>
            <a:lvl2pPr marL="547688" indent="-228600" algn="l" rtl="0" fontAlgn="base">
              <a:spcBef>
                <a:spcPts val="375"/>
              </a:spcBef>
              <a:spcAft>
                <a:spcPct val="0"/>
              </a:spcAft>
              <a:buClrTx/>
              <a:buSzPct val="85000"/>
              <a:buFont typeface="Wingdings 2" pitchFamily="18" charset="2"/>
              <a:buChar char=""/>
              <a:defRPr sz="2400" kern="1200">
                <a:solidFill>
                  <a:schemeClr val="tx1"/>
                </a:solidFill>
                <a:latin typeface="+mn-lt"/>
                <a:ea typeface="+mn-ea"/>
                <a:cs typeface="+mn-cs"/>
              </a:defRPr>
            </a:lvl2pPr>
            <a:lvl3pPr marL="822325" indent="-228600" algn="l" rtl="0" fontAlgn="base">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fontAlgn="base">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fontAlgn="base">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sz="3200" dirty="0">
                <a:latin typeface="Calibri" panose="020F0502020204030204" pitchFamily="34" charset="0"/>
                <a:ea typeface="Calibri" panose="020F0502020204030204" pitchFamily="34" charset="0"/>
                <a:cs typeface="Calibri" panose="020F0502020204030204" pitchFamily="34" charset="0"/>
              </a:rPr>
              <a:t>Installed, some data obtained</a:t>
            </a:r>
          </a:p>
        </p:txBody>
      </p:sp>
      <p:grpSp>
        <p:nvGrpSpPr>
          <p:cNvPr id="22" name="Group 21">
            <a:extLst>
              <a:ext uri="{FF2B5EF4-FFF2-40B4-BE49-F238E27FC236}">
                <a16:creationId xmlns:a16="http://schemas.microsoft.com/office/drawing/2014/main" id="{DD50AC6A-80E3-1B4F-CCCB-890BA86880CC}"/>
              </a:ext>
            </a:extLst>
          </p:cNvPr>
          <p:cNvGrpSpPr/>
          <p:nvPr/>
        </p:nvGrpSpPr>
        <p:grpSpPr>
          <a:xfrm>
            <a:off x="2123728" y="1614757"/>
            <a:ext cx="4428000" cy="3228784"/>
            <a:chOff x="-324544" y="1669169"/>
            <a:chExt cx="4428000" cy="3228784"/>
          </a:xfrm>
        </p:grpSpPr>
        <p:pic>
          <p:nvPicPr>
            <p:cNvPr id="5" name="Picture 4" descr="A diagram of a line of blue dots&#10;&#10;Description automatically generated with medium confidence">
              <a:extLst>
                <a:ext uri="{FF2B5EF4-FFF2-40B4-BE49-F238E27FC236}">
                  <a16:creationId xmlns:a16="http://schemas.microsoft.com/office/drawing/2014/main" id="{F128C693-7B35-3080-A99D-F77AD9F2237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066" r="696"/>
            <a:stretch/>
          </p:blipFill>
          <p:spPr>
            <a:xfrm>
              <a:off x="-324544" y="1669169"/>
              <a:ext cx="4428000" cy="3207979"/>
            </a:xfrm>
            <a:prstGeom prst="rect">
              <a:avLst/>
            </a:prstGeom>
          </p:spPr>
        </p:pic>
        <p:cxnSp>
          <p:nvCxnSpPr>
            <p:cNvPr id="10" name="Straight Connector 9">
              <a:extLst>
                <a:ext uri="{FF2B5EF4-FFF2-40B4-BE49-F238E27FC236}">
                  <a16:creationId xmlns:a16="http://schemas.microsoft.com/office/drawing/2014/main" id="{B4672FDD-6B46-A285-D415-4AE5C5F802CE}"/>
                </a:ext>
              </a:extLst>
            </p:cNvPr>
            <p:cNvCxnSpPr>
              <a:cxnSpLocks/>
            </p:cNvCxnSpPr>
            <p:nvPr/>
          </p:nvCxnSpPr>
          <p:spPr>
            <a:xfrm>
              <a:off x="3923928" y="3861048"/>
              <a:ext cx="0" cy="10161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60DB759-D539-3051-476E-BBA7B02B7A09}"/>
                </a:ext>
              </a:extLst>
            </p:cNvPr>
            <p:cNvCxnSpPr>
              <a:cxnSpLocks/>
            </p:cNvCxnSpPr>
            <p:nvPr/>
          </p:nvCxnSpPr>
          <p:spPr>
            <a:xfrm>
              <a:off x="3707904" y="4725144"/>
              <a:ext cx="216024"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56006D0-6AD7-E1A5-374B-0FBB0ADD5C07}"/>
                </a:ext>
              </a:extLst>
            </p:cNvPr>
            <p:cNvSpPr txBox="1"/>
            <p:nvPr/>
          </p:nvSpPr>
          <p:spPr>
            <a:xfrm>
              <a:off x="3326825" y="4559399"/>
              <a:ext cx="433132" cy="338554"/>
            </a:xfrm>
            <a:prstGeom prst="rect">
              <a:avLst/>
            </a:prstGeom>
            <a:noFill/>
          </p:spPr>
          <p:txBody>
            <a:bodyPr wrap="none" rtlCol="0">
              <a:spAutoFit/>
            </a:bodyPr>
            <a:lstStyle/>
            <a:p>
              <a:r>
                <a:rPr lang="en-US" sz="1600" dirty="0"/>
                <a:t>4.5</a:t>
              </a:r>
              <a:endParaRPr lang="en-CA" sz="1600" dirty="0"/>
            </a:p>
          </p:txBody>
        </p:sp>
      </p:grpSp>
      <p:sp>
        <p:nvSpPr>
          <p:cNvPr id="23" name="Date Placeholder 22">
            <a:extLst>
              <a:ext uri="{FF2B5EF4-FFF2-40B4-BE49-F238E27FC236}">
                <a16:creationId xmlns:a16="http://schemas.microsoft.com/office/drawing/2014/main" id="{755EA46A-101A-26AF-A285-C9787C62098C}"/>
              </a:ext>
            </a:extLst>
          </p:cNvPr>
          <p:cNvSpPr>
            <a:spLocks noGrp="1"/>
          </p:cNvSpPr>
          <p:nvPr>
            <p:ph type="dt" sz="half" idx="10"/>
          </p:nvPr>
        </p:nvSpPr>
        <p:spPr/>
        <p:txBody>
          <a:bodyPr/>
          <a:lstStyle/>
          <a:p>
            <a:pPr>
              <a:defRPr/>
            </a:pPr>
            <a:fld id="{98A704A1-992E-4357-8B44-9D4DAF5C2C52}" type="datetime9">
              <a:rPr lang="en-US" smtClean="0"/>
              <a:t>10/25/2024 2:01:28 PM</a:t>
            </a:fld>
            <a:endParaRPr lang="en-CA" dirty="0"/>
          </a:p>
        </p:txBody>
      </p:sp>
      <p:sp>
        <p:nvSpPr>
          <p:cNvPr id="24" name="Slide Number Placeholder 23">
            <a:extLst>
              <a:ext uri="{FF2B5EF4-FFF2-40B4-BE49-F238E27FC236}">
                <a16:creationId xmlns:a16="http://schemas.microsoft.com/office/drawing/2014/main" id="{66991558-0A2C-D252-BD32-AF475AEB31A9}"/>
              </a:ext>
            </a:extLst>
          </p:cNvPr>
          <p:cNvSpPr>
            <a:spLocks noGrp="1"/>
          </p:cNvSpPr>
          <p:nvPr>
            <p:ph type="sldNum" sz="quarter" idx="12"/>
          </p:nvPr>
        </p:nvSpPr>
        <p:spPr/>
        <p:txBody>
          <a:bodyPr/>
          <a:lstStyle/>
          <a:p>
            <a:pPr>
              <a:defRPr/>
            </a:pPr>
            <a:fld id="{18598880-23BB-4E77-BAE4-1716EE602DAD}" type="slidenum">
              <a:rPr lang="en-CA" smtClean="0"/>
              <a:pPr>
                <a:defRPr/>
              </a:pPr>
              <a:t>52</a:t>
            </a:fld>
            <a:endParaRPr lang="en-CA" dirty="0"/>
          </a:p>
        </p:txBody>
      </p:sp>
    </p:spTree>
    <p:extLst>
      <p:ext uri="{BB962C8B-B14F-4D97-AF65-F5344CB8AC3E}">
        <p14:creationId xmlns:p14="http://schemas.microsoft.com/office/powerpoint/2010/main" val="885627010"/>
      </p:ext>
    </p:extLst>
  </p:cSld>
  <p:clrMapOvr>
    <a:masterClrMapping/>
  </p:clrMapOvr>
  <p:transition>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45234" y="219075"/>
            <a:ext cx="7803465" cy="833661"/>
          </a:xfrm>
        </p:spPr>
        <p:txBody>
          <a:bodyPr anchor="ctr" anchorCtr="0"/>
          <a:lstStyle/>
          <a:p>
            <a:pPr algn="ctr"/>
            <a:r>
              <a:rPr lang="en-US" dirty="0">
                <a:solidFill>
                  <a:schemeClr val="tx1"/>
                </a:solidFill>
              </a:rPr>
              <a:t>Outline</a:t>
            </a:r>
            <a:endParaRPr lang="en-CA" dirty="0">
              <a:solidFill>
                <a:schemeClr val="tx1"/>
              </a:solidFill>
            </a:endParaRPr>
          </a:p>
        </p:txBody>
      </p:sp>
      <p:sp>
        <p:nvSpPr>
          <p:cNvPr id="9220" name="Content Placeholder 3"/>
          <p:cNvSpPr>
            <a:spLocks noGrp="1"/>
          </p:cNvSpPr>
          <p:nvPr>
            <p:ph sz="quarter" idx="1"/>
          </p:nvPr>
        </p:nvSpPr>
        <p:spPr>
          <a:xfrm>
            <a:off x="395536" y="1196752"/>
            <a:ext cx="8469915" cy="5301580"/>
          </a:xfrm>
          <a:noFill/>
        </p:spPr>
        <p:txBody>
          <a:bodyPr/>
          <a:lstStyle/>
          <a:p>
            <a:r>
              <a:rPr lang="en-US" sz="2800" dirty="0">
                <a:latin typeface="Calibri" panose="020F0502020204030204" pitchFamily="34" charset="0"/>
                <a:cs typeface="Calibri" panose="020F0502020204030204" pitchFamily="34" charset="0"/>
              </a:rPr>
              <a:t>Transport and anomalous transport</a:t>
            </a:r>
          </a:p>
          <a:p>
            <a:r>
              <a:rPr lang="en-US" sz="2800" dirty="0">
                <a:latin typeface="Calibri" panose="020F0502020204030204" pitchFamily="34" charset="0"/>
                <a:cs typeface="Calibri" panose="020F0502020204030204" pitchFamily="34" charset="0"/>
              </a:rPr>
              <a:t>Biasing experiment on STOR-M</a:t>
            </a:r>
          </a:p>
          <a:p>
            <a:r>
              <a:rPr lang="en-US" sz="2800" dirty="0">
                <a:latin typeface="Calibri" panose="020F0502020204030204" pitchFamily="34" charset="0"/>
                <a:cs typeface="Calibri" panose="020F0502020204030204" pitchFamily="34" charset="0"/>
              </a:rPr>
              <a:t>Conventional signal analyses (examples from STOR-M)</a:t>
            </a:r>
          </a:p>
          <a:p>
            <a:r>
              <a:rPr lang="en-US" sz="2800" dirty="0">
                <a:latin typeface="Calibri" panose="020F0502020204030204" pitchFamily="34" charset="0"/>
                <a:cs typeface="Calibri" panose="020F0502020204030204" pitchFamily="34" charset="0"/>
              </a:rPr>
              <a:t>Nonlinear signal analyses</a:t>
            </a:r>
          </a:p>
          <a:p>
            <a:pPr lvl="1"/>
            <a:r>
              <a:rPr lang="en-US" sz="2600" dirty="0">
                <a:latin typeface="Calibri" panose="020F0502020204030204" pitchFamily="34" charset="0"/>
                <a:cs typeface="Calibri" panose="020F0502020204030204" pitchFamily="34" charset="0"/>
              </a:rPr>
              <a:t>Algorithm </a:t>
            </a:r>
          </a:p>
          <a:p>
            <a:pPr lvl="1"/>
            <a:r>
              <a:rPr lang="en-US" sz="2600" dirty="0">
                <a:latin typeface="Calibri" panose="020F0502020204030204" pitchFamily="34" charset="0"/>
                <a:cs typeface="Calibri" panose="020F0502020204030204" pitchFamily="34" charset="0"/>
              </a:rPr>
              <a:t>Numerical Validation</a:t>
            </a:r>
          </a:p>
          <a:p>
            <a:pPr lvl="1"/>
            <a:r>
              <a:rPr lang="en-US" sz="2600" dirty="0">
                <a:latin typeface="Calibri" panose="020F0502020204030204" pitchFamily="34" charset="0"/>
                <a:cs typeface="Calibri" panose="020F0502020204030204" pitchFamily="34" charset="0"/>
              </a:rPr>
              <a:t>experiments on STOR-M </a:t>
            </a:r>
          </a:p>
          <a:p>
            <a:r>
              <a:rPr lang="en-US" sz="2800" dirty="0">
                <a:latin typeface="Calibri" panose="020F0502020204030204" pitchFamily="34" charset="0"/>
                <a:cs typeface="Calibri" panose="020F0502020204030204" pitchFamily="34" charset="0"/>
              </a:rPr>
              <a:t>Experiments on TJ-II</a:t>
            </a:r>
          </a:p>
          <a:p>
            <a:r>
              <a:rPr lang="en-US" sz="2800" dirty="0">
                <a:latin typeface="Calibri" panose="020F0502020204030204" pitchFamily="34" charset="0"/>
                <a:cs typeface="Calibri" panose="020F0502020204030204" pitchFamily="34" charset="0"/>
              </a:rPr>
              <a:t>Experiments on EAST</a:t>
            </a:r>
          </a:p>
          <a:p>
            <a:r>
              <a:rPr lang="en-US" sz="2800" dirty="0">
                <a:highlight>
                  <a:srgbClr val="FFFF00"/>
                </a:highlight>
                <a:latin typeface="Calibri" panose="020F0502020204030204" pitchFamily="34" charset="0"/>
                <a:cs typeface="Calibri" panose="020F0502020204030204" pitchFamily="34" charset="0"/>
              </a:rPr>
              <a:t>Other experiments?</a:t>
            </a:r>
          </a:p>
          <a:p>
            <a:pPr marL="0" indent="0">
              <a:buNone/>
            </a:pPr>
            <a:endParaRPr lang="en-US" sz="2800" dirty="0">
              <a:highlight>
                <a:srgbClr val="FFFF00"/>
              </a:highlight>
              <a:latin typeface="Calibri" panose="020F0502020204030204" pitchFamily="34" charset="0"/>
              <a:cs typeface="Calibri" panose="020F0502020204030204" pitchFamily="34" charset="0"/>
            </a:endParaRPr>
          </a:p>
          <a:p>
            <a:pPr lvl="1"/>
            <a:endParaRPr lang="en-US" sz="3200" dirty="0"/>
          </a:p>
        </p:txBody>
      </p:sp>
      <p:sp>
        <p:nvSpPr>
          <p:cNvPr id="6" name="Footer Placeholder 5">
            <a:extLst>
              <a:ext uri="{FF2B5EF4-FFF2-40B4-BE49-F238E27FC236}">
                <a16:creationId xmlns:a16="http://schemas.microsoft.com/office/drawing/2014/main" id="{75F436E2-6D79-0224-3230-04353A23B743}"/>
              </a:ext>
            </a:extLst>
          </p:cNvPr>
          <p:cNvSpPr>
            <a:spLocks noGrp="1"/>
          </p:cNvSpPr>
          <p:nvPr>
            <p:ph type="ftr" sz="quarter" idx="11"/>
          </p:nvPr>
        </p:nvSpPr>
        <p:spPr/>
        <p:txBody>
          <a:bodyPr/>
          <a:lstStyle/>
          <a:p>
            <a:pPr>
              <a:defRPr/>
            </a:pPr>
            <a:r>
              <a:rPr lang="it-IT"/>
              <a:t>2024-10-31 SWIP</a:t>
            </a:r>
            <a:endParaRPr lang="en-CA" dirty="0"/>
          </a:p>
        </p:txBody>
      </p:sp>
      <p:sp>
        <p:nvSpPr>
          <p:cNvPr id="2" name="Date Placeholder 1">
            <a:extLst>
              <a:ext uri="{FF2B5EF4-FFF2-40B4-BE49-F238E27FC236}">
                <a16:creationId xmlns:a16="http://schemas.microsoft.com/office/drawing/2014/main" id="{114858D8-AE4E-8772-06DD-26013257932F}"/>
              </a:ext>
            </a:extLst>
          </p:cNvPr>
          <p:cNvSpPr>
            <a:spLocks noGrp="1"/>
          </p:cNvSpPr>
          <p:nvPr>
            <p:ph type="dt" sz="half" idx="10"/>
          </p:nvPr>
        </p:nvSpPr>
        <p:spPr/>
        <p:txBody>
          <a:bodyPr/>
          <a:lstStyle/>
          <a:p>
            <a:pPr>
              <a:defRPr/>
            </a:pPr>
            <a:fld id="{C3DEDE1A-3FA6-4036-AFF7-3FFD5CB1821D}"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E88D0507-3CE8-6B48-8E99-D336F29E2D8B}"/>
              </a:ext>
            </a:extLst>
          </p:cNvPr>
          <p:cNvSpPr>
            <a:spLocks noGrp="1"/>
          </p:cNvSpPr>
          <p:nvPr>
            <p:ph type="sldNum" sz="quarter" idx="12"/>
          </p:nvPr>
        </p:nvSpPr>
        <p:spPr/>
        <p:txBody>
          <a:bodyPr/>
          <a:lstStyle/>
          <a:p>
            <a:pPr>
              <a:defRPr/>
            </a:pPr>
            <a:fld id="{18598880-23BB-4E77-BAE4-1716EE602DAD}" type="slidenum">
              <a:rPr lang="en-CA" smtClean="0"/>
              <a:pPr>
                <a:defRPr/>
              </a:pPr>
              <a:t>53</a:t>
            </a:fld>
            <a:endParaRPr lang="en-CA" dirty="0"/>
          </a:p>
        </p:txBody>
      </p:sp>
    </p:spTree>
    <p:extLst>
      <p:ext uri="{BB962C8B-B14F-4D97-AF65-F5344CB8AC3E}">
        <p14:creationId xmlns:p14="http://schemas.microsoft.com/office/powerpoint/2010/main" val="2182049921"/>
      </p:ext>
    </p:extLst>
  </p:cSld>
  <p:clrMapOvr>
    <a:masterClrMapping/>
  </p:clrMapOvr>
  <p:transition>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8237E-FAC7-5607-8B00-E76B009B0D40}"/>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6AE1747A-E714-7F53-BDFA-9BAB2E4F10E7}"/>
              </a:ext>
            </a:extLst>
          </p:cNvPr>
          <p:cNvSpPr>
            <a:spLocks noGrp="1"/>
          </p:cNvSpPr>
          <p:nvPr>
            <p:ph type="title"/>
          </p:nvPr>
        </p:nvSpPr>
        <p:spPr>
          <a:xfrm>
            <a:off x="395537" y="188640"/>
            <a:ext cx="7992887" cy="720079"/>
          </a:xfrm>
        </p:spPr>
        <p:txBody>
          <a:bodyPr anchor="ctr" anchorCtr="0"/>
          <a:lstStyle/>
          <a:p>
            <a:pPr algn="ctr"/>
            <a:r>
              <a:rPr lang="en-US" sz="3600" dirty="0"/>
              <a:t>Future Experiments</a:t>
            </a:r>
          </a:p>
        </p:txBody>
      </p:sp>
      <p:sp>
        <p:nvSpPr>
          <p:cNvPr id="6" name="Footer Placeholder 5">
            <a:extLst>
              <a:ext uri="{FF2B5EF4-FFF2-40B4-BE49-F238E27FC236}">
                <a16:creationId xmlns:a16="http://schemas.microsoft.com/office/drawing/2014/main" id="{FAD20468-A439-3251-50E2-E43CF26CBDFE}"/>
              </a:ext>
            </a:extLst>
          </p:cNvPr>
          <p:cNvSpPr>
            <a:spLocks noGrp="1"/>
          </p:cNvSpPr>
          <p:nvPr>
            <p:ph type="ftr" sz="quarter" idx="11"/>
          </p:nvPr>
        </p:nvSpPr>
        <p:spPr/>
        <p:txBody>
          <a:bodyPr/>
          <a:lstStyle/>
          <a:p>
            <a:pPr>
              <a:defRPr/>
            </a:pPr>
            <a:r>
              <a:rPr lang="it-IT"/>
              <a:t>2024-10-31 SWIP</a:t>
            </a:r>
            <a:endParaRPr lang="en-CA" dirty="0"/>
          </a:p>
        </p:txBody>
      </p:sp>
      <p:sp>
        <p:nvSpPr>
          <p:cNvPr id="7" name="Content Placeholder 3">
            <a:extLst>
              <a:ext uri="{FF2B5EF4-FFF2-40B4-BE49-F238E27FC236}">
                <a16:creationId xmlns:a16="http://schemas.microsoft.com/office/drawing/2014/main" id="{843EAAB9-150F-7BB0-4D0C-C496411804B2}"/>
              </a:ext>
            </a:extLst>
          </p:cNvPr>
          <p:cNvSpPr txBox="1">
            <a:spLocks/>
          </p:cNvSpPr>
          <p:nvPr/>
        </p:nvSpPr>
        <p:spPr bwMode="auto">
          <a:xfrm>
            <a:off x="404677" y="766299"/>
            <a:ext cx="8388424" cy="5405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fontAlgn="base">
              <a:spcBef>
                <a:spcPts val="575"/>
              </a:spcBef>
              <a:spcAft>
                <a:spcPct val="0"/>
              </a:spcAft>
              <a:buClrTx/>
              <a:buSzPct val="85000"/>
              <a:buFont typeface="Wingdings 2" pitchFamily="18" charset="2"/>
              <a:buChar char=""/>
              <a:defRPr sz="2600" kern="1200">
                <a:solidFill>
                  <a:schemeClr val="tx1"/>
                </a:solidFill>
                <a:latin typeface="+mn-lt"/>
                <a:ea typeface="+mn-ea"/>
                <a:cs typeface="+mn-cs"/>
              </a:defRPr>
            </a:lvl1pPr>
            <a:lvl2pPr marL="547688" indent="-228600" algn="l" rtl="0" fontAlgn="base">
              <a:spcBef>
                <a:spcPts val="375"/>
              </a:spcBef>
              <a:spcAft>
                <a:spcPct val="0"/>
              </a:spcAft>
              <a:buClrTx/>
              <a:buSzPct val="85000"/>
              <a:buFont typeface="Wingdings 2" pitchFamily="18" charset="2"/>
              <a:buChar char=""/>
              <a:defRPr sz="2400" kern="1200">
                <a:solidFill>
                  <a:schemeClr val="tx1"/>
                </a:solidFill>
                <a:latin typeface="+mn-lt"/>
                <a:ea typeface="+mn-ea"/>
                <a:cs typeface="+mn-cs"/>
              </a:defRPr>
            </a:lvl2pPr>
            <a:lvl3pPr marL="822325" indent="-228600" algn="l" rtl="0" fontAlgn="base">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fontAlgn="base">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fontAlgn="base">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lvl="1"/>
            <a:r>
              <a:rPr lang="en-US" sz="3000" dirty="0">
                <a:latin typeface="Calibri" panose="020F0502020204030204" pitchFamily="34" charset="0"/>
                <a:ea typeface="Calibri" panose="020F0502020204030204" pitchFamily="34" charset="0"/>
                <a:cs typeface="Calibri" panose="020F0502020204030204" pitchFamily="34" charset="0"/>
              </a:rPr>
              <a:t>STOR-M</a:t>
            </a:r>
          </a:p>
          <a:p>
            <a:pPr marL="593725" lvl="2" indent="0">
              <a:buNone/>
            </a:pPr>
            <a:r>
              <a:rPr lang="en-US" sz="2600" dirty="0">
                <a:latin typeface="Calibri" panose="020F0502020204030204" pitchFamily="34" charset="0"/>
                <a:ea typeface="Calibri" panose="020F0502020204030204" pitchFamily="34" charset="0"/>
                <a:cs typeface="Calibri" panose="020F0502020204030204" pitchFamily="34" charset="0"/>
              </a:rPr>
              <a:t>Small size, flexible device, full control of machine time</a:t>
            </a:r>
          </a:p>
          <a:p>
            <a:pPr marL="593725" lvl="2" indent="0">
              <a:buNone/>
            </a:pPr>
            <a:r>
              <a:rPr lang="en-US" sz="2600" dirty="0">
                <a:latin typeface="Calibri" panose="020F0502020204030204" pitchFamily="34" charset="0"/>
                <a:ea typeface="Calibri" panose="020F0502020204030204" pitchFamily="34" charset="0"/>
                <a:cs typeface="Calibri" panose="020F0502020204030204" pitchFamily="34" charset="0"/>
              </a:rPr>
              <a:t>Many biasing schemes (DC, AC, bipolar pulsed)</a:t>
            </a:r>
          </a:p>
          <a:p>
            <a:pPr marL="593725" lvl="2" indent="0">
              <a:buNone/>
            </a:pPr>
            <a:r>
              <a:rPr lang="en-US" sz="2600" dirty="0">
                <a:latin typeface="Calibri" panose="020F0502020204030204" pitchFamily="34" charset="0"/>
                <a:ea typeface="Calibri" panose="020F0502020204030204" pitchFamily="34" charset="0"/>
                <a:cs typeface="Calibri" panose="020F0502020204030204" pitchFamily="34" charset="0"/>
              </a:rPr>
              <a:t>Other H-mode triggering (CT, TH,RMP,…)</a:t>
            </a:r>
          </a:p>
          <a:p>
            <a:pPr lvl="2"/>
            <a:endParaRPr lang="en-US" sz="2600" dirty="0"/>
          </a:p>
          <a:p>
            <a:pPr lvl="2"/>
            <a:endParaRPr lang="en-US" sz="2600" dirty="0"/>
          </a:p>
          <a:p>
            <a:pPr lvl="2"/>
            <a:endParaRPr lang="en-US" sz="2600" dirty="0"/>
          </a:p>
          <a:p>
            <a:pPr lvl="2"/>
            <a:endParaRPr lang="en-US" sz="2600" dirty="0"/>
          </a:p>
          <a:p>
            <a:pPr lvl="2"/>
            <a:endParaRPr lang="en-US" sz="2600" dirty="0"/>
          </a:p>
          <a:p>
            <a:pPr lvl="2"/>
            <a:endParaRPr lang="en-US" sz="2600" dirty="0"/>
          </a:p>
          <a:p>
            <a:pPr lvl="1"/>
            <a:r>
              <a:rPr lang="en-US" sz="3000" dirty="0"/>
              <a:t>J-TEXT, KTX?</a:t>
            </a:r>
          </a:p>
        </p:txBody>
      </p:sp>
      <p:pic>
        <p:nvPicPr>
          <p:cNvPr id="13" name="Picture 12">
            <a:extLst>
              <a:ext uri="{FF2B5EF4-FFF2-40B4-BE49-F238E27FC236}">
                <a16:creationId xmlns:a16="http://schemas.microsoft.com/office/drawing/2014/main" id="{2CCA9DEC-C80A-DBD8-CEAF-6B3A30FF7E92}"/>
              </a:ext>
            </a:extLst>
          </p:cNvPr>
          <p:cNvPicPr>
            <a:picLocks noChangeAspect="1"/>
          </p:cNvPicPr>
          <p:nvPr/>
        </p:nvPicPr>
        <p:blipFill>
          <a:blip r:embed="rId3"/>
          <a:stretch>
            <a:fillRect/>
          </a:stretch>
        </p:blipFill>
        <p:spPr>
          <a:xfrm>
            <a:off x="683568" y="2780927"/>
            <a:ext cx="1371791" cy="2324424"/>
          </a:xfrm>
          <a:prstGeom prst="rect">
            <a:avLst/>
          </a:prstGeom>
        </p:spPr>
      </p:pic>
      <p:pic>
        <p:nvPicPr>
          <p:cNvPr id="15" name="Picture 14" descr="A diagram of a graph&#10;&#10;Description automatically generated with medium confidence">
            <a:extLst>
              <a:ext uri="{FF2B5EF4-FFF2-40B4-BE49-F238E27FC236}">
                <a16:creationId xmlns:a16="http://schemas.microsoft.com/office/drawing/2014/main" id="{0D371FC8-8F29-7993-13D3-58F1E85DEBA9}"/>
              </a:ext>
            </a:extLst>
          </p:cNvPr>
          <p:cNvPicPr>
            <a:picLocks noChangeAspect="1"/>
          </p:cNvPicPr>
          <p:nvPr/>
        </p:nvPicPr>
        <p:blipFill rotWithShape="1">
          <a:blip r:embed="rId4">
            <a:extLst>
              <a:ext uri="{28A0092B-C50C-407E-A947-70E740481C1C}">
                <a14:useLocalDpi xmlns:a14="http://schemas.microsoft.com/office/drawing/2010/main" val="0"/>
              </a:ext>
            </a:extLst>
          </a:blip>
          <a:srcRect l="3953" r="37516"/>
          <a:stretch/>
        </p:blipFill>
        <p:spPr bwMode="auto">
          <a:xfrm>
            <a:off x="2411760" y="2780927"/>
            <a:ext cx="2664000" cy="2163445"/>
          </a:xfrm>
          <a:prstGeom prst="rect">
            <a:avLst/>
          </a:prstGeom>
          <a:noFill/>
          <a:ln>
            <a:noFill/>
          </a:ln>
        </p:spPr>
      </p:pic>
      <p:pic>
        <p:nvPicPr>
          <p:cNvPr id="21" name="Picture 20">
            <a:extLst>
              <a:ext uri="{FF2B5EF4-FFF2-40B4-BE49-F238E27FC236}">
                <a16:creationId xmlns:a16="http://schemas.microsoft.com/office/drawing/2014/main" id="{90FC9AB6-5838-0A53-0B06-6B6BA23B558C}"/>
              </a:ext>
            </a:extLst>
          </p:cNvPr>
          <p:cNvPicPr>
            <a:picLocks/>
          </p:cNvPicPr>
          <p:nvPr/>
        </p:nvPicPr>
        <p:blipFill>
          <a:blip r:embed="rId5"/>
          <a:stretch>
            <a:fillRect/>
          </a:stretch>
        </p:blipFill>
        <p:spPr>
          <a:xfrm>
            <a:off x="5328437" y="2671313"/>
            <a:ext cx="3059987" cy="2644555"/>
          </a:xfrm>
          <a:prstGeom prst="rect">
            <a:avLst/>
          </a:prstGeom>
        </p:spPr>
      </p:pic>
      <p:sp>
        <p:nvSpPr>
          <p:cNvPr id="22" name="TextBox 21">
            <a:extLst>
              <a:ext uri="{FF2B5EF4-FFF2-40B4-BE49-F238E27FC236}">
                <a16:creationId xmlns:a16="http://schemas.microsoft.com/office/drawing/2014/main" id="{4E87B410-B75D-EC38-4457-6A13347D20A2}"/>
              </a:ext>
            </a:extLst>
          </p:cNvPr>
          <p:cNvSpPr txBox="1"/>
          <p:nvPr/>
        </p:nvSpPr>
        <p:spPr>
          <a:xfrm>
            <a:off x="6082223" y="5315868"/>
            <a:ext cx="1552413" cy="369332"/>
          </a:xfrm>
          <a:prstGeom prst="rect">
            <a:avLst/>
          </a:prstGeom>
          <a:noFill/>
        </p:spPr>
        <p:txBody>
          <a:bodyPr wrap="none" rtlCol="0">
            <a:spAutoFit/>
          </a:bodyPr>
          <a:lstStyle/>
          <a:p>
            <a:r>
              <a:rPr lang="en-US" dirty="0"/>
              <a:t>1-50 kHz, 120 V</a:t>
            </a:r>
            <a:endParaRPr lang="en-CA" dirty="0"/>
          </a:p>
        </p:txBody>
      </p:sp>
      <p:sp>
        <p:nvSpPr>
          <p:cNvPr id="2" name="Date Placeholder 1">
            <a:extLst>
              <a:ext uri="{FF2B5EF4-FFF2-40B4-BE49-F238E27FC236}">
                <a16:creationId xmlns:a16="http://schemas.microsoft.com/office/drawing/2014/main" id="{2AAE6BDD-28E9-3F5F-1A36-338114F5D95E}"/>
              </a:ext>
            </a:extLst>
          </p:cNvPr>
          <p:cNvSpPr>
            <a:spLocks noGrp="1"/>
          </p:cNvSpPr>
          <p:nvPr>
            <p:ph type="dt" sz="half" idx="10"/>
          </p:nvPr>
        </p:nvSpPr>
        <p:spPr/>
        <p:txBody>
          <a:bodyPr/>
          <a:lstStyle/>
          <a:p>
            <a:pPr>
              <a:defRPr/>
            </a:pPr>
            <a:fld id="{5A11F332-6349-4C68-9665-0530795A04CB}"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3D4A1CE5-EBFB-859B-B115-4D48DCD50C55}"/>
              </a:ext>
            </a:extLst>
          </p:cNvPr>
          <p:cNvSpPr>
            <a:spLocks noGrp="1"/>
          </p:cNvSpPr>
          <p:nvPr>
            <p:ph type="sldNum" sz="quarter" idx="12"/>
          </p:nvPr>
        </p:nvSpPr>
        <p:spPr/>
        <p:txBody>
          <a:bodyPr/>
          <a:lstStyle/>
          <a:p>
            <a:pPr>
              <a:defRPr/>
            </a:pPr>
            <a:fld id="{18598880-23BB-4E77-BAE4-1716EE602DAD}" type="slidenum">
              <a:rPr lang="en-CA" smtClean="0"/>
              <a:pPr>
                <a:defRPr/>
              </a:pPr>
              <a:t>54</a:t>
            </a:fld>
            <a:endParaRPr lang="en-CA" dirty="0"/>
          </a:p>
        </p:txBody>
      </p:sp>
    </p:spTree>
    <p:extLst>
      <p:ext uri="{BB962C8B-B14F-4D97-AF65-F5344CB8AC3E}">
        <p14:creationId xmlns:p14="http://schemas.microsoft.com/office/powerpoint/2010/main" val="2902673178"/>
      </p:ext>
    </p:extLst>
  </p:cSld>
  <p:clrMapOvr>
    <a:masterClrMapping/>
  </p:clrMapOvr>
  <p:transition>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1708A-10B8-E0B0-7B2E-4AEE3FE0B06A}"/>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709D95CD-E880-55F7-AC4D-BC852F5E689B}"/>
              </a:ext>
            </a:extLst>
          </p:cNvPr>
          <p:cNvSpPr>
            <a:spLocks noGrp="1"/>
          </p:cNvSpPr>
          <p:nvPr>
            <p:ph type="title"/>
          </p:nvPr>
        </p:nvSpPr>
        <p:spPr>
          <a:xfrm>
            <a:off x="395536" y="219075"/>
            <a:ext cx="8253163" cy="833661"/>
          </a:xfrm>
        </p:spPr>
        <p:txBody>
          <a:bodyPr anchor="ctr" anchorCtr="0"/>
          <a:lstStyle/>
          <a:p>
            <a:pPr algn="ctr"/>
            <a:r>
              <a:rPr lang="en-US" sz="3600" dirty="0"/>
              <a:t>Summary</a:t>
            </a:r>
          </a:p>
        </p:txBody>
      </p:sp>
      <p:sp>
        <p:nvSpPr>
          <p:cNvPr id="6" name="Footer Placeholder 5">
            <a:extLst>
              <a:ext uri="{FF2B5EF4-FFF2-40B4-BE49-F238E27FC236}">
                <a16:creationId xmlns:a16="http://schemas.microsoft.com/office/drawing/2014/main" id="{3D91F5BD-73DD-1ABB-DE90-B90DCB1D4BC2}"/>
              </a:ext>
            </a:extLst>
          </p:cNvPr>
          <p:cNvSpPr>
            <a:spLocks noGrp="1"/>
          </p:cNvSpPr>
          <p:nvPr>
            <p:ph type="ftr" sz="quarter" idx="11"/>
          </p:nvPr>
        </p:nvSpPr>
        <p:spPr/>
        <p:txBody>
          <a:bodyPr/>
          <a:lstStyle/>
          <a:p>
            <a:pPr>
              <a:defRPr/>
            </a:pPr>
            <a:r>
              <a:rPr lang="it-IT"/>
              <a:t>2024-10-31 SWIP</a:t>
            </a:r>
            <a:endParaRPr lang="en-CA" dirty="0"/>
          </a:p>
        </p:txBody>
      </p:sp>
      <p:sp>
        <p:nvSpPr>
          <p:cNvPr id="7" name="Content Placeholder 3">
            <a:extLst>
              <a:ext uri="{FF2B5EF4-FFF2-40B4-BE49-F238E27FC236}">
                <a16:creationId xmlns:a16="http://schemas.microsoft.com/office/drawing/2014/main" id="{4C0FE187-A5A1-DDB4-0BAB-6E54BC1B230A}"/>
              </a:ext>
            </a:extLst>
          </p:cNvPr>
          <p:cNvSpPr txBox="1">
            <a:spLocks/>
          </p:cNvSpPr>
          <p:nvPr/>
        </p:nvSpPr>
        <p:spPr bwMode="auto">
          <a:xfrm>
            <a:off x="323528" y="820072"/>
            <a:ext cx="8568952" cy="5346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fontAlgn="base">
              <a:spcBef>
                <a:spcPts val="575"/>
              </a:spcBef>
              <a:spcAft>
                <a:spcPct val="0"/>
              </a:spcAft>
              <a:buClrTx/>
              <a:buSzPct val="85000"/>
              <a:buFont typeface="Wingdings 2" pitchFamily="18" charset="2"/>
              <a:buChar char=""/>
              <a:defRPr sz="2600" kern="1200">
                <a:solidFill>
                  <a:schemeClr val="tx1"/>
                </a:solidFill>
                <a:latin typeface="+mn-lt"/>
                <a:ea typeface="+mn-ea"/>
                <a:cs typeface="+mn-cs"/>
              </a:defRPr>
            </a:lvl1pPr>
            <a:lvl2pPr marL="547688" indent="-228600" algn="l" rtl="0" fontAlgn="base">
              <a:spcBef>
                <a:spcPts val="375"/>
              </a:spcBef>
              <a:spcAft>
                <a:spcPct val="0"/>
              </a:spcAft>
              <a:buClrTx/>
              <a:buSzPct val="85000"/>
              <a:buFont typeface="Wingdings 2" pitchFamily="18" charset="2"/>
              <a:buChar char=""/>
              <a:defRPr sz="2400" kern="1200">
                <a:solidFill>
                  <a:schemeClr val="tx1"/>
                </a:solidFill>
                <a:latin typeface="+mn-lt"/>
                <a:ea typeface="+mn-ea"/>
                <a:cs typeface="+mn-cs"/>
              </a:defRPr>
            </a:lvl2pPr>
            <a:lvl3pPr marL="822325" indent="-228600" algn="l" rtl="0" fontAlgn="base">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fontAlgn="base">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fontAlgn="base">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539750" indent="-539750"/>
            <a:r>
              <a:rPr lang="en-US" sz="3200" dirty="0">
                <a:latin typeface="Calibri" panose="020F0502020204030204" pitchFamily="34" charset="0"/>
                <a:ea typeface="Calibri" panose="020F0502020204030204" pitchFamily="34" charset="0"/>
                <a:cs typeface="Calibri" panose="020F0502020204030204" pitchFamily="34" charset="0"/>
              </a:rPr>
              <a:t>Transport basics and drift type turbulence presented</a:t>
            </a:r>
          </a:p>
          <a:p>
            <a:pPr marL="539750" indent="-539750"/>
            <a:r>
              <a:rPr lang="en-US" sz="3200" dirty="0">
                <a:latin typeface="Calibri" panose="020F0502020204030204" pitchFamily="34" charset="0"/>
                <a:ea typeface="Calibri" panose="020F0502020204030204" pitchFamily="34" charset="0"/>
                <a:cs typeface="Calibri" panose="020F0502020204030204" pitchFamily="34" charset="0"/>
              </a:rPr>
              <a:t>STOR-M biasing experiment reviewed</a:t>
            </a:r>
          </a:p>
          <a:p>
            <a:pPr marL="539750" indent="-539750"/>
            <a:r>
              <a:rPr lang="en-US" sz="3200" dirty="0">
                <a:latin typeface="Calibri" panose="020F0502020204030204" pitchFamily="34" charset="0"/>
                <a:ea typeface="Calibri" panose="020F0502020204030204" pitchFamily="34" charset="0"/>
                <a:cs typeface="Calibri" panose="020F0502020204030204" pitchFamily="34" charset="0"/>
              </a:rPr>
              <a:t>Nonlinear cross-correlation techniques/algorithm introduced with numerical validation and experimental results</a:t>
            </a:r>
          </a:p>
          <a:p>
            <a:pPr marL="539750" indent="-539750"/>
            <a:r>
              <a:rPr lang="en-US" sz="3200" dirty="0">
                <a:latin typeface="Calibri" panose="020F0502020204030204" pitchFamily="34" charset="0"/>
                <a:ea typeface="Calibri" panose="020F0502020204030204" pitchFamily="34" charset="0"/>
                <a:cs typeface="Calibri" panose="020F0502020204030204" pitchFamily="34" charset="0"/>
              </a:rPr>
              <a:t>Experiments on EAST is ongoing</a:t>
            </a:r>
          </a:p>
          <a:p>
            <a:pPr marL="539750" indent="-539750"/>
            <a:r>
              <a:rPr lang="en-US" sz="3200" dirty="0">
                <a:latin typeface="Calibri" panose="020F0502020204030204" pitchFamily="34" charset="0"/>
                <a:ea typeface="Calibri" panose="020F0502020204030204" pitchFamily="34" charset="0"/>
                <a:cs typeface="Calibri" panose="020F0502020204030204" pitchFamily="34" charset="0"/>
              </a:rPr>
              <a:t>Further experiments on other machines and for other signals can be explored </a:t>
            </a:r>
          </a:p>
        </p:txBody>
      </p:sp>
      <p:sp>
        <p:nvSpPr>
          <p:cNvPr id="2" name="Date Placeholder 1">
            <a:extLst>
              <a:ext uri="{FF2B5EF4-FFF2-40B4-BE49-F238E27FC236}">
                <a16:creationId xmlns:a16="http://schemas.microsoft.com/office/drawing/2014/main" id="{F7C537BA-B3AC-4FCC-2DAA-13C807B783E0}"/>
              </a:ext>
            </a:extLst>
          </p:cNvPr>
          <p:cNvSpPr>
            <a:spLocks noGrp="1"/>
          </p:cNvSpPr>
          <p:nvPr>
            <p:ph type="dt" sz="half" idx="10"/>
          </p:nvPr>
        </p:nvSpPr>
        <p:spPr/>
        <p:txBody>
          <a:bodyPr/>
          <a:lstStyle/>
          <a:p>
            <a:pPr>
              <a:defRPr/>
            </a:pPr>
            <a:fld id="{FEED3E74-8896-48DF-9B9D-99AFD43B08D4}"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0F8604DB-52C9-0CC1-7D35-EDBCDBE27B85}"/>
              </a:ext>
            </a:extLst>
          </p:cNvPr>
          <p:cNvSpPr>
            <a:spLocks noGrp="1"/>
          </p:cNvSpPr>
          <p:nvPr>
            <p:ph type="sldNum" sz="quarter" idx="12"/>
          </p:nvPr>
        </p:nvSpPr>
        <p:spPr/>
        <p:txBody>
          <a:bodyPr/>
          <a:lstStyle/>
          <a:p>
            <a:pPr>
              <a:defRPr/>
            </a:pPr>
            <a:fld id="{18598880-23BB-4E77-BAE4-1716EE602DAD}" type="slidenum">
              <a:rPr lang="en-CA" smtClean="0"/>
              <a:pPr>
                <a:defRPr/>
              </a:pPr>
              <a:t>55</a:t>
            </a:fld>
            <a:endParaRPr lang="en-CA" dirty="0"/>
          </a:p>
        </p:txBody>
      </p:sp>
    </p:spTree>
    <p:extLst>
      <p:ext uri="{BB962C8B-B14F-4D97-AF65-F5344CB8AC3E}">
        <p14:creationId xmlns:p14="http://schemas.microsoft.com/office/powerpoint/2010/main" val="3680423392"/>
      </p:ext>
    </p:extLst>
  </p:cSld>
  <p:clrMapOvr>
    <a:masterClrMapping/>
  </p:clrMapOvr>
  <p:transition>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5124C-3065-DE7C-FCE4-4A4028F5F229}"/>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1F56423A-9809-C469-3EFC-E5C76F271EB8}"/>
              </a:ext>
            </a:extLst>
          </p:cNvPr>
          <p:cNvSpPr>
            <a:spLocks noGrp="1"/>
          </p:cNvSpPr>
          <p:nvPr>
            <p:ph type="ftr" sz="quarter" idx="11"/>
          </p:nvPr>
        </p:nvSpPr>
        <p:spPr/>
        <p:txBody>
          <a:bodyPr/>
          <a:lstStyle/>
          <a:p>
            <a:pPr>
              <a:defRPr/>
            </a:pPr>
            <a:r>
              <a:rPr lang="it-IT"/>
              <a:t>2024-10-31 SWIP</a:t>
            </a:r>
            <a:endParaRPr lang="en-CA" dirty="0"/>
          </a:p>
        </p:txBody>
      </p:sp>
      <p:sp>
        <p:nvSpPr>
          <p:cNvPr id="22" name="TextBox 21">
            <a:extLst>
              <a:ext uri="{FF2B5EF4-FFF2-40B4-BE49-F238E27FC236}">
                <a16:creationId xmlns:a16="http://schemas.microsoft.com/office/drawing/2014/main" id="{A94E65AD-0061-A5F0-5AEA-4C444FCAEDCF}"/>
              </a:ext>
            </a:extLst>
          </p:cNvPr>
          <p:cNvSpPr txBox="1"/>
          <p:nvPr/>
        </p:nvSpPr>
        <p:spPr>
          <a:xfrm>
            <a:off x="2549940" y="2204864"/>
            <a:ext cx="4044120" cy="1323439"/>
          </a:xfrm>
          <a:prstGeom prst="rect">
            <a:avLst/>
          </a:prstGeom>
          <a:solidFill>
            <a:srgbClr val="FFFF00"/>
          </a:solidFill>
        </p:spPr>
        <p:txBody>
          <a:bodyPr wrap="none" rtlCol="0">
            <a:spAutoFit/>
          </a:bodyPr>
          <a:lstStyle/>
          <a:p>
            <a:pPr algn="ctr"/>
            <a:r>
              <a:rPr lang="en-US" sz="4000" dirty="0">
                <a:latin typeface="Calibri" panose="020F0502020204030204" pitchFamily="34" charset="0"/>
                <a:ea typeface="Calibri" panose="020F0502020204030204" pitchFamily="34" charset="0"/>
                <a:cs typeface="Calibri" panose="020F0502020204030204" pitchFamily="34" charset="0"/>
              </a:rPr>
              <a:t>Thank you </a:t>
            </a:r>
          </a:p>
          <a:p>
            <a:pPr algn="ctr"/>
            <a:r>
              <a:rPr lang="en-US" sz="4000" dirty="0">
                <a:latin typeface="Calibri" panose="020F0502020204030204" pitchFamily="34" charset="0"/>
                <a:ea typeface="Calibri" panose="020F0502020204030204" pitchFamily="34" charset="0"/>
                <a:cs typeface="Calibri" panose="020F0502020204030204" pitchFamily="34" charset="0"/>
              </a:rPr>
              <a:t>for your attention!</a:t>
            </a:r>
            <a:endParaRPr lang="en-CA" sz="4000" dirty="0">
              <a:latin typeface="Calibri" panose="020F0502020204030204" pitchFamily="34" charset="0"/>
              <a:ea typeface="Calibri" panose="020F0502020204030204" pitchFamily="34" charset="0"/>
              <a:cs typeface="Calibri" panose="020F0502020204030204" pitchFamily="34" charset="0"/>
            </a:endParaRPr>
          </a:p>
        </p:txBody>
      </p:sp>
      <p:sp>
        <p:nvSpPr>
          <p:cNvPr id="2" name="Date Placeholder 1">
            <a:extLst>
              <a:ext uri="{FF2B5EF4-FFF2-40B4-BE49-F238E27FC236}">
                <a16:creationId xmlns:a16="http://schemas.microsoft.com/office/drawing/2014/main" id="{3D722C16-08E8-6DBC-FA53-130B333DE9BB}"/>
              </a:ext>
            </a:extLst>
          </p:cNvPr>
          <p:cNvSpPr>
            <a:spLocks noGrp="1"/>
          </p:cNvSpPr>
          <p:nvPr>
            <p:ph type="dt" sz="half" idx="10"/>
          </p:nvPr>
        </p:nvSpPr>
        <p:spPr/>
        <p:txBody>
          <a:bodyPr/>
          <a:lstStyle/>
          <a:p>
            <a:pPr>
              <a:defRPr/>
            </a:pPr>
            <a:fld id="{DD7847F5-A8AC-45FD-A109-96F570F39F42}" type="datetime9">
              <a:rPr lang="en-US" smtClean="0"/>
              <a:t>10/25/2024 2:01:28 PM</a:t>
            </a:fld>
            <a:endParaRPr lang="en-CA" dirty="0"/>
          </a:p>
        </p:txBody>
      </p:sp>
      <p:sp>
        <p:nvSpPr>
          <p:cNvPr id="3" name="Slide Number Placeholder 2">
            <a:extLst>
              <a:ext uri="{FF2B5EF4-FFF2-40B4-BE49-F238E27FC236}">
                <a16:creationId xmlns:a16="http://schemas.microsoft.com/office/drawing/2014/main" id="{53E90E3A-2D06-EA87-6581-5CD02D313F45}"/>
              </a:ext>
            </a:extLst>
          </p:cNvPr>
          <p:cNvSpPr>
            <a:spLocks noGrp="1"/>
          </p:cNvSpPr>
          <p:nvPr>
            <p:ph type="sldNum" sz="quarter" idx="12"/>
          </p:nvPr>
        </p:nvSpPr>
        <p:spPr/>
        <p:txBody>
          <a:bodyPr/>
          <a:lstStyle/>
          <a:p>
            <a:pPr>
              <a:defRPr/>
            </a:pPr>
            <a:fld id="{18598880-23BB-4E77-BAE4-1716EE602DAD}" type="slidenum">
              <a:rPr lang="en-CA" smtClean="0"/>
              <a:pPr>
                <a:defRPr/>
              </a:pPr>
              <a:t>56</a:t>
            </a:fld>
            <a:endParaRPr lang="en-CA" dirty="0"/>
          </a:p>
        </p:txBody>
      </p:sp>
    </p:spTree>
    <p:extLst>
      <p:ext uri="{BB962C8B-B14F-4D97-AF65-F5344CB8AC3E}">
        <p14:creationId xmlns:p14="http://schemas.microsoft.com/office/powerpoint/2010/main" val="691991290"/>
      </p:ext>
    </p:extLst>
  </p:cSld>
  <p:clrMapOvr>
    <a:masterClrMapping/>
  </p:clrMapOvr>
  <p:transition>
    <p:cut/>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Custom 2">
      <a:dk1>
        <a:sysClr val="windowText" lastClr="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24356</TotalTime>
  <Words>6174</Words>
  <Application>Microsoft Office PowerPoint</Application>
  <PresentationFormat>On-screen Show (4:3)</PresentationFormat>
  <Paragraphs>829</Paragraphs>
  <Slides>56</Slides>
  <Notes>56</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6" baseType="lpstr">
      <vt:lpstr>Times New Roman Regular</vt:lpstr>
      <vt:lpstr>Arial</vt:lpstr>
      <vt:lpstr>Calibri</vt:lpstr>
      <vt:lpstr>Cambria Math</vt:lpstr>
      <vt:lpstr>Franklin Gothic Book</vt:lpstr>
      <vt:lpstr>Perpetua</vt:lpstr>
      <vt:lpstr>Times New Roman</vt:lpstr>
      <vt:lpstr>Wingdings 2</vt:lpstr>
      <vt:lpstr>Equity</vt:lpstr>
      <vt:lpstr>Equation</vt:lpstr>
      <vt:lpstr>Turbulence and its nonlinear cross-correlation analyses</vt:lpstr>
      <vt:lpstr>Outline</vt:lpstr>
      <vt:lpstr>Transport</vt:lpstr>
      <vt:lpstr>Collison causes cross-field transport</vt:lpstr>
      <vt:lpstr>Fick’s Law and diffusion coefficient</vt:lpstr>
      <vt:lpstr>Classical transport</vt:lpstr>
      <vt:lpstr>Neo-classical transport</vt:lpstr>
      <vt:lpstr>Anomalous transport</vt:lpstr>
      <vt:lpstr>Laminar flow and turbulent flow</vt:lpstr>
      <vt:lpstr>What causes turbulence?</vt:lpstr>
      <vt:lpstr>Drift type instabilities</vt:lpstr>
      <vt:lpstr>         drift in tokamaks </vt:lpstr>
      <vt:lpstr>Pressure Gradient Drift </vt:lpstr>
      <vt:lpstr>Radial Force Balance</vt:lpstr>
      <vt:lpstr>Turbulence Eddy Breakup</vt:lpstr>
      <vt:lpstr>Pedestal Formation</vt:lpstr>
      <vt:lpstr>Outline</vt:lpstr>
      <vt:lpstr>STOR-M</vt:lpstr>
      <vt:lpstr>PowerPoint Presentation</vt:lpstr>
      <vt:lpstr>Electrode Biasing Experiments</vt:lpstr>
      <vt:lpstr>Transient Ohmic H-Mode</vt:lpstr>
      <vt:lpstr>Modification of floating potential</vt:lpstr>
      <vt:lpstr>Modification of Density Profile</vt:lpstr>
      <vt:lpstr>Mach Probe</vt:lpstr>
      <vt:lpstr>Toroidal Flow</vt:lpstr>
      <vt:lpstr>Poloidal Flow</vt:lpstr>
      <vt:lpstr>Other Biasing Waveforms</vt:lpstr>
      <vt:lpstr>Bipolar Biasing</vt:lpstr>
      <vt:lpstr>Outline</vt:lpstr>
      <vt:lpstr>Conventional Signal Analyses</vt:lpstr>
      <vt:lpstr>Power Spectra of Fluctuations</vt:lpstr>
      <vt:lpstr>Dispersion Relation</vt:lpstr>
      <vt:lpstr>Outline</vt:lpstr>
      <vt:lpstr>Nonlinear Cross-Correlation</vt:lpstr>
      <vt:lpstr>Conditional nonlinear cross-correlation</vt:lpstr>
      <vt:lpstr>Algorithm</vt:lpstr>
      <vt:lpstr>PowerPoint Presentation</vt:lpstr>
      <vt:lpstr>Algorithm</vt:lpstr>
      <vt:lpstr>Algorithm</vt:lpstr>
      <vt:lpstr>Algorithm</vt:lpstr>
      <vt:lpstr>Sample data (dispersion curves )</vt:lpstr>
      <vt:lpstr>Sample data</vt:lpstr>
      <vt:lpstr>Algorithm</vt:lpstr>
      <vt:lpstr>Numerical Validation </vt:lpstr>
      <vt:lpstr>Electrode biasing triggered ohmic H-mode in STOR-M</vt:lpstr>
      <vt:lpstr>Electrode biasing triggered ohmic H-mode in STOR-M</vt:lpstr>
      <vt:lpstr>Outline</vt:lpstr>
      <vt:lpstr>TJ-II experiments</vt:lpstr>
      <vt:lpstr>Experiments on TJ-II</vt:lpstr>
      <vt:lpstr>Experiments on TJ-II</vt:lpstr>
      <vt:lpstr>Outline</vt:lpstr>
      <vt:lpstr>EAST Experiments</vt:lpstr>
      <vt:lpstr>Outline</vt:lpstr>
      <vt:lpstr>Future Experiments</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Retarding Field Analyzer (RFA) for use on EAST</dc:title>
  <dc:creator>moonyue</dc:creator>
  <cp:lastModifiedBy>Xiao, Chijin</cp:lastModifiedBy>
  <cp:revision>821</cp:revision>
  <dcterms:created xsi:type="dcterms:W3CDTF">2010-09-08T16:06:53Z</dcterms:created>
  <dcterms:modified xsi:type="dcterms:W3CDTF">2024-10-25T06:07:42Z</dcterms:modified>
</cp:coreProperties>
</file>